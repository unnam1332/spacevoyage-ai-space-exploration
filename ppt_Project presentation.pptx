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56" r:id="rId2"/>
    <p:sldId id="259" r:id="rId3"/>
    <p:sldId id="257" r:id="rId4"/>
    <p:sldId id="258" r:id="rId5"/>
    <p:sldId id="260" r:id="rId6"/>
    <p:sldId id="268" r:id="rId7"/>
    <p:sldId id="276" r:id="rId8"/>
    <p:sldId id="261" r:id="rId9"/>
    <p:sldId id="262" r:id="rId10"/>
    <p:sldId id="263" r:id="rId11"/>
    <p:sldId id="264" r:id="rId12"/>
    <p:sldId id="265" r:id="rId13"/>
    <p:sldId id="267" r:id="rId14"/>
    <p:sldId id="278" r:id="rId15"/>
    <p:sldId id="269" r:id="rId16"/>
    <p:sldId id="270" r:id="rId17"/>
    <p:sldId id="271" r:id="rId18"/>
    <p:sldId id="277" r:id="rId19"/>
    <p:sldId id="272"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93" d="100"/>
          <a:sy n="93" d="100"/>
        </p:scale>
        <p:origin x="77" y="1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rawing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51827C-8B5B-4B1B-B646-DDE415E0AF17}"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19997782-2F77-4069-8DBA-45B9D19BAF19}">
      <dgm:prSet/>
      <dgm:spPr/>
      <dgm:t>
        <a:bodyPr/>
        <a:lstStyle/>
        <a:p>
          <a:r>
            <a:rPr lang="en-US"/>
            <a:t>Increase accessibility of the data: Has to be provided all to all the researchers and the analysis that are oriented to the project</a:t>
          </a:r>
        </a:p>
      </dgm:t>
    </dgm:pt>
    <dgm:pt modelId="{AC8F0E52-77D5-46EF-B562-3D3CD5FB2745}" type="parTrans" cxnId="{A45B2113-36BB-4B1D-98DE-A43EB4C492A8}">
      <dgm:prSet/>
      <dgm:spPr/>
      <dgm:t>
        <a:bodyPr/>
        <a:lstStyle/>
        <a:p>
          <a:endParaRPr lang="en-US"/>
        </a:p>
      </dgm:t>
    </dgm:pt>
    <dgm:pt modelId="{1A9BC1E5-81D4-4789-ABA9-5D52460DA3BC}" type="sibTrans" cxnId="{A45B2113-36BB-4B1D-98DE-A43EB4C492A8}">
      <dgm:prSet/>
      <dgm:spPr/>
      <dgm:t>
        <a:bodyPr/>
        <a:lstStyle/>
        <a:p>
          <a:endParaRPr lang="en-US"/>
        </a:p>
      </dgm:t>
    </dgm:pt>
    <dgm:pt modelId="{855FA962-A717-4FC1-8DB2-695AB94F0FA9}">
      <dgm:prSet/>
      <dgm:spPr/>
      <dgm:t>
        <a:bodyPr/>
        <a:lstStyle/>
        <a:p>
          <a:r>
            <a:rPr lang="en-US"/>
            <a:t>Prediction of weather: Along with prediction of weather we also this project also talks about how the various astronomical events going to influence the conditions in the globe.</a:t>
          </a:r>
        </a:p>
      </dgm:t>
    </dgm:pt>
    <dgm:pt modelId="{FD57CFC4-6C39-414A-B263-E1823EBE53E9}" type="parTrans" cxnId="{4FF6FCFC-2F04-498F-87DF-70705D7DFAFA}">
      <dgm:prSet/>
      <dgm:spPr/>
      <dgm:t>
        <a:bodyPr/>
        <a:lstStyle/>
        <a:p>
          <a:endParaRPr lang="en-US"/>
        </a:p>
      </dgm:t>
    </dgm:pt>
    <dgm:pt modelId="{6CE577F6-3BE9-4655-AA7A-21DDDBFB184A}" type="sibTrans" cxnId="{4FF6FCFC-2F04-498F-87DF-70705D7DFAFA}">
      <dgm:prSet/>
      <dgm:spPr/>
      <dgm:t>
        <a:bodyPr/>
        <a:lstStyle/>
        <a:p>
          <a:endParaRPr lang="en-US"/>
        </a:p>
      </dgm:t>
    </dgm:pt>
    <dgm:pt modelId="{3502433B-4763-4E2B-917E-80F07DFA18AD}">
      <dgm:prSet/>
      <dgm:spPr/>
      <dgm:t>
        <a:bodyPr/>
        <a:lstStyle/>
        <a:p>
          <a:r>
            <a:rPr lang="en-US"/>
            <a:t>Engagement of students in a space oriented topics: We try to engage the students to create an interest towards a space exploration</a:t>
          </a:r>
        </a:p>
      </dgm:t>
    </dgm:pt>
    <dgm:pt modelId="{3F2FAD91-8B05-4542-9C5F-6E0B39486CCB}" type="parTrans" cxnId="{2F2A9D39-639D-47E1-8B89-C395FF198A9C}">
      <dgm:prSet/>
      <dgm:spPr/>
      <dgm:t>
        <a:bodyPr/>
        <a:lstStyle/>
        <a:p>
          <a:endParaRPr lang="en-US"/>
        </a:p>
      </dgm:t>
    </dgm:pt>
    <dgm:pt modelId="{50B38CEA-698C-4FEE-81EC-77C28A8416B3}" type="sibTrans" cxnId="{2F2A9D39-639D-47E1-8B89-C395FF198A9C}">
      <dgm:prSet/>
      <dgm:spPr/>
      <dgm:t>
        <a:bodyPr/>
        <a:lstStyle/>
        <a:p>
          <a:endParaRPr lang="en-US"/>
        </a:p>
      </dgm:t>
    </dgm:pt>
    <dgm:pt modelId="{97F7B1F0-752D-4AA7-ADF6-AFB2563FC877}" type="pres">
      <dgm:prSet presAssocID="{F351827C-8B5B-4B1B-B646-DDE415E0AF17}" presName="outerComposite" presStyleCnt="0">
        <dgm:presLayoutVars>
          <dgm:chMax val="5"/>
          <dgm:dir/>
          <dgm:resizeHandles val="exact"/>
        </dgm:presLayoutVars>
      </dgm:prSet>
      <dgm:spPr/>
    </dgm:pt>
    <dgm:pt modelId="{BD1C852C-8F2A-469D-A8F3-E8BBC427C822}" type="pres">
      <dgm:prSet presAssocID="{F351827C-8B5B-4B1B-B646-DDE415E0AF17}" presName="dummyMaxCanvas" presStyleCnt="0">
        <dgm:presLayoutVars/>
      </dgm:prSet>
      <dgm:spPr/>
    </dgm:pt>
    <dgm:pt modelId="{DDA11D5F-9A5B-4A73-BABF-B2F10179E184}" type="pres">
      <dgm:prSet presAssocID="{F351827C-8B5B-4B1B-B646-DDE415E0AF17}" presName="ThreeNodes_1" presStyleLbl="node1" presStyleIdx="0" presStyleCnt="3">
        <dgm:presLayoutVars>
          <dgm:bulletEnabled val="1"/>
        </dgm:presLayoutVars>
      </dgm:prSet>
      <dgm:spPr/>
    </dgm:pt>
    <dgm:pt modelId="{27165AB1-CC19-4025-95F2-BB010316305A}" type="pres">
      <dgm:prSet presAssocID="{F351827C-8B5B-4B1B-B646-DDE415E0AF17}" presName="ThreeNodes_2" presStyleLbl="node1" presStyleIdx="1" presStyleCnt="3">
        <dgm:presLayoutVars>
          <dgm:bulletEnabled val="1"/>
        </dgm:presLayoutVars>
      </dgm:prSet>
      <dgm:spPr/>
    </dgm:pt>
    <dgm:pt modelId="{6542EA62-6411-4169-B4F1-72DA8F1B77B7}" type="pres">
      <dgm:prSet presAssocID="{F351827C-8B5B-4B1B-B646-DDE415E0AF17}" presName="ThreeNodes_3" presStyleLbl="node1" presStyleIdx="2" presStyleCnt="3">
        <dgm:presLayoutVars>
          <dgm:bulletEnabled val="1"/>
        </dgm:presLayoutVars>
      </dgm:prSet>
      <dgm:spPr/>
    </dgm:pt>
    <dgm:pt modelId="{26ADBEFE-EEA0-4205-A850-C17691B1A942}" type="pres">
      <dgm:prSet presAssocID="{F351827C-8B5B-4B1B-B646-DDE415E0AF17}" presName="ThreeConn_1-2" presStyleLbl="fgAccFollowNode1" presStyleIdx="0" presStyleCnt="2">
        <dgm:presLayoutVars>
          <dgm:bulletEnabled val="1"/>
        </dgm:presLayoutVars>
      </dgm:prSet>
      <dgm:spPr/>
    </dgm:pt>
    <dgm:pt modelId="{F633DF74-7D0C-4AE4-9E4E-ACAFBE081212}" type="pres">
      <dgm:prSet presAssocID="{F351827C-8B5B-4B1B-B646-DDE415E0AF17}" presName="ThreeConn_2-3" presStyleLbl="fgAccFollowNode1" presStyleIdx="1" presStyleCnt="2">
        <dgm:presLayoutVars>
          <dgm:bulletEnabled val="1"/>
        </dgm:presLayoutVars>
      </dgm:prSet>
      <dgm:spPr/>
    </dgm:pt>
    <dgm:pt modelId="{CDBC5086-43B6-4AB9-9AA5-BF32C3C19D95}" type="pres">
      <dgm:prSet presAssocID="{F351827C-8B5B-4B1B-B646-DDE415E0AF17}" presName="ThreeNodes_1_text" presStyleLbl="node1" presStyleIdx="2" presStyleCnt="3">
        <dgm:presLayoutVars>
          <dgm:bulletEnabled val="1"/>
        </dgm:presLayoutVars>
      </dgm:prSet>
      <dgm:spPr/>
    </dgm:pt>
    <dgm:pt modelId="{AED0A955-EC9B-4D95-B993-C26BC1747DE9}" type="pres">
      <dgm:prSet presAssocID="{F351827C-8B5B-4B1B-B646-DDE415E0AF17}" presName="ThreeNodes_2_text" presStyleLbl="node1" presStyleIdx="2" presStyleCnt="3">
        <dgm:presLayoutVars>
          <dgm:bulletEnabled val="1"/>
        </dgm:presLayoutVars>
      </dgm:prSet>
      <dgm:spPr/>
    </dgm:pt>
    <dgm:pt modelId="{1F747F17-D7E1-4051-906C-FE5BE3546233}" type="pres">
      <dgm:prSet presAssocID="{F351827C-8B5B-4B1B-B646-DDE415E0AF17}" presName="ThreeNodes_3_text" presStyleLbl="node1" presStyleIdx="2" presStyleCnt="3">
        <dgm:presLayoutVars>
          <dgm:bulletEnabled val="1"/>
        </dgm:presLayoutVars>
      </dgm:prSet>
      <dgm:spPr/>
    </dgm:pt>
  </dgm:ptLst>
  <dgm:cxnLst>
    <dgm:cxn modelId="{A45B2113-36BB-4B1D-98DE-A43EB4C492A8}" srcId="{F351827C-8B5B-4B1B-B646-DDE415E0AF17}" destId="{19997782-2F77-4069-8DBA-45B9D19BAF19}" srcOrd="0" destOrd="0" parTransId="{AC8F0E52-77D5-46EF-B562-3D3CD5FB2745}" sibTransId="{1A9BC1E5-81D4-4789-ABA9-5D52460DA3BC}"/>
    <dgm:cxn modelId="{464E9E29-0B98-4C35-95B0-F89CB9AF62A8}" type="presOf" srcId="{F351827C-8B5B-4B1B-B646-DDE415E0AF17}" destId="{97F7B1F0-752D-4AA7-ADF6-AFB2563FC877}" srcOrd="0" destOrd="0" presId="urn:microsoft.com/office/officeart/2005/8/layout/vProcess5"/>
    <dgm:cxn modelId="{5C2CAF29-09C7-4EF5-8AD2-641BEE3A0F0E}" type="presOf" srcId="{855FA962-A717-4FC1-8DB2-695AB94F0FA9}" destId="{AED0A955-EC9B-4D95-B993-C26BC1747DE9}" srcOrd="1" destOrd="0" presId="urn:microsoft.com/office/officeart/2005/8/layout/vProcess5"/>
    <dgm:cxn modelId="{8C6B1833-F09B-4F6D-9A7A-74E40627D8E2}" type="presOf" srcId="{3502433B-4763-4E2B-917E-80F07DFA18AD}" destId="{1F747F17-D7E1-4051-906C-FE5BE3546233}" srcOrd="1" destOrd="0" presId="urn:microsoft.com/office/officeart/2005/8/layout/vProcess5"/>
    <dgm:cxn modelId="{2F2A9D39-639D-47E1-8B89-C395FF198A9C}" srcId="{F351827C-8B5B-4B1B-B646-DDE415E0AF17}" destId="{3502433B-4763-4E2B-917E-80F07DFA18AD}" srcOrd="2" destOrd="0" parTransId="{3F2FAD91-8B05-4542-9C5F-6E0B39486CCB}" sibTransId="{50B38CEA-698C-4FEE-81EC-77C28A8416B3}"/>
    <dgm:cxn modelId="{85CBDB39-C975-4F14-B2C8-D8779C3A3BF4}" type="presOf" srcId="{19997782-2F77-4069-8DBA-45B9D19BAF19}" destId="{CDBC5086-43B6-4AB9-9AA5-BF32C3C19D95}" srcOrd="1" destOrd="0" presId="urn:microsoft.com/office/officeart/2005/8/layout/vProcess5"/>
    <dgm:cxn modelId="{CE1DC144-5223-4CCE-BFC3-8ECB3797F396}" type="presOf" srcId="{1A9BC1E5-81D4-4789-ABA9-5D52460DA3BC}" destId="{26ADBEFE-EEA0-4205-A850-C17691B1A942}" srcOrd="0" destOrd="0" presId="urn:microsoft.com/office/officeart/2005/8/layout/vProcess5"/>
    <dgm:cxn modelId="{3F783548-1476-4A29-A543-C59928769452}" type="presOf" srcId="{19997782-2F77-4069-8DBA-45B9D19BAF19}" destId="{DDA11D5F-9A5B-4A73-BABF-B2F10179E184}" srcOrd="0" destOrd="0" presId="urn:microsoft.com/office/officeart/2005/8/layout/vProcess5"/>
    <dgm:cxn modelId="{05BB6E52-0F81-4C05-9FDD-C4BCE5DD7358}" type="presOf" srcId="{855FA962-A717-4FC1-8DB2-695AB94F0FA9}" destId="{27165AB1-CC19-4025-95F2-BB010316305A}" srcOrd="0" destOrd="0" presId="urn:microsoft.com/office/officeart/2005/8/layout/vProcess5"/>
    <dgm:cxn modelId="{F97E4CE3-8996-46BC-8170-18EE0AF63AC9}" type="presOf" srcId="{3502433B-4763-4E2B-917E-80F07DFA18AD}" destId="{6542EA62-6411-4169-B4F1-72DA8F1B77B7}" srcOrd="0" destOrd="0" presId="urn:microsoft.com/office/officeart/2005/8/layout/vProcess5"/>
    <dgm:cxn modelId="{494096F4-BCDF-463B-B8F8-8920B5C9BE7B}" type="presOf" srcId="{6CE577F6-3BE9-4655-AA7A-21DDDBFB184A}" destId="{F633DF74-7D0C-4AE4-9E4E-ACAFBE081212}" srcOrd="0" destOrd="0" presId="urn:microsoft.com/office/officeart/2005/8/layout/vProcess5"/>
    <dgm:cxn modelId="{4FF6FCFC-2F04-498F-87DF-70705D7DFAFA}" srcId="{F351827C-8B5B-4B1B-B646-DDE415E0AF17}" destId="{855FA962-A717-4FC1-8DB2-695AB94F0FA9}" srcOrd="1" destOrd="0" parTransId="{FD57CFC4-6C39-414A-B263-E1823EBE53E9}" sibTransId="{6CE577F6-3BE9-4655-AA7A-21DDDBFB184A}"/>
    <dgm:cxn modelId="{C93EE951-FF0D-43FD-9712-0839FB1776B9}" type="presParOf" srcId="{97F7B1F0-752D-4AA7-ADF6-AFB2563FC877}" destId="{BD1C852C-8F2A-469D-A8F3-E8BBC427C822}" srcOrd="0" destOrd="0" presId="urn:microsoft.com/office/officeart/2005/8/layout/vProcess5"/>
    <dgm:cxn modelId="{885C41A6-F397-4690-BE6E-8B0855B907D1}" type="presParOf" srcId="{97F7B1F0-752D-4AA7-ADF6-AFB2563FC877}" destId="{DDA11D5F-9A5B-4A73-BABF-B2F10179E184}" srcOrd="1" destOrd="0" presId="urn:microsoft.com/office/officeart/2005/8/layout/vProcess5"/>
    <dgm:cxn modelId="{D08CD0EF-1DEA-44F2-BD03-53B3C120F4C7}" type="presParOf" srcId="{97F7B1F0-752D-4AA7-ADF6-AFB2563FC877}" destId="{27165AB1-CC19-4025-95F2-BB010316305A}" srcOrd="2" destOrd="0" presId="urn:microsoft.com/office/officeart/2005/8/layout/vProcess5"/>
    <dgm:cxn modelId="{5A17DF0D-B3B1-48A2-AB17-C3EDBF47A67D}" type="presParOf" srcId="{97F7B1F0-752D-4AA7-ADF6-AFB2563FC877}" destId="{6542EA62-6411-4169-B4F1-72DA8F1B77B7}" srcOrd="3" destOrd="0" presId="urn:microsoft.com/office/officeart/2005/8/layout/vProcess5"/>
    <dgm:cxn modelId="{162FD725-36D3-497D-9D01-BF4E16D15EAC}" type="presParOf" srcId="{97F7B1F0-752D-4AA7-ADF6-AFB2563FC877}" destId="{26ADBEFE-EEA0-4205-A850-C17691B1A942}" srcOrd="4" destOrd="0" presId="urn:microsoft.com/office/officeart/2005/8/layout/vProcess5"/>
    <dgm:cxn modelId="{0A824276-700E-4696-A995-8D0936AED632}" type="presParOf" srcId="{97F7B1F0-752D-4AA7-ADF6-AFB2563FC877}" destId="{F633DF74-7D0C-4AE4-9E4E-ACAFBE081212}" srcOrd="5" destOrd="0" presId="urn:microsoft.com/office/officeart/2005/8/layout/vProcess5"/>
    <dgm:cxn modelId="{9C0A5BDA-5A9B-4BE4-929E-E6BC8A62C81F}" type="presParOf" srcId="{97F7B1F0-752D-4AA7-ADF6-AFB2563FC877}" destId="{CDBC5086-43B6-4AB9-9AA5-BF32C3C19D95}" srcOrd="6" destOrd="0" presId="urn:microsoft.com/office/officeart/2005/8/layout/vProcess5"/>
    <dgm:cxn modelId="{04207B07-A5B7-4A2C-9037-833FC747DCA9}" type="presParOf" srcId="{97F7B1F0-752D-4AA7-ADF6-AFB2563FC877}" destId="{AED0A955-EC9B-4D95-B993-C26BC1747DE9}" srcOrd="7" destOrd="0" presId="urn:microsoft.com/office/officeart/2005/8/layout/vProcess5"/>
    <dgm:cxn modelId="{69FAA537-67E2-4B12-9F3C-1C587C74861F}" type="presParOf" srcId="{97F7B1F0-752D-4AA7-ADF6-AFB2563FC877}" destId="{1F747F17-D7E1-4051-906C-FE5BE3546233}"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0741C45-828B-421F-BC72-00187A1D7CF8}"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5245D29B-CA8E-4B81-A50B-50EF4AF4929E}">
      <dgm:prSet/>
      <dgm:spPr/>
      <dgm:t>
        <a:bodyPr/>
        <a:lstStyle/>
        <a:p>
          <a:r>
            <a:rPr lang="en-US"/>
            <a:t>We should conduct a workshop regarding the risk management and have a expert advice and comparing with a historical data.</a:t>
          </a:r>
        </a:p>
      </dgm:t>
    </dgm:pt>
    <dgm:pt modelId="{0480B921-B9AB-4F7F-A902-494116D2E538}" type="parTrans" cxnId="{17728CB5-6B3A-4863-AAF6-E80230AFF5EF}">
      <dgm:prSet/>
      <dgm:spPr/>
      <dgm:t>
        <a:bodyPr/>
        <a:lstStyle/>
        <a:p>
          <a:endParaRPr lang="en-US"/>
        </a:p>
      </dgm:t>
    </dgm:pt>
    <dgm:pt modelId="{375916C5-24E9-4E27-957D-F96ECCA0BFD7}" type="sibTrans" cxnId="{17728CB5-6B3A-4863-AAF6-E80230AFF5EF}">
      <dgm:prSet/>
      <dgm:spPr/>
      <dgm:t>
        <a:bodyPr/>
        <a:lstStyle/>
        <a:p>
          <a:endParaRPr lang="en-US"/>
        </a:p>
      </dgm:t>
    </dgm:pt>
    <dgm:pt modelId="{DB1BA424-EBE6-4A31-9802-D576A2B88686}">
      <dgm:prSet/>
      <dgm:spPr/>
      <dgm:t>
        <a:bodyPr/>
        <a:lstStyle/>
        <a:p>
          <a:r>
            <a:rPr lang="en-US"/>
            <a:t>We should prioritise the rest based upon the probability impact matrix and assign a response for each risk identify and rank them accordingly.</a:t>
          </a:r>
        </a:p>
      </dgm:t>
    </dgm:pt>
    <dgm:pt modelId="{51C09F39-D548-4779-BE4B-408FF8BED776}" type="parTrans" cxnId="{A61F1050-AB65-486A-836B-C94E22F5E9CE}">
      <dgm:prSet/>
      <dgm:spPr/>
      <dgm:t>
        <a:bodyPr/>
        <a:lstStyle/>
        <a:p>
          <a:endParaRPr lang="en-US"/>
        </a:p>
      </dgm:t>
    </dgm:pt>
    <dgm:pt modelId="{384D0DE5-8BC5-4BBA-8DDB-B5C70D0CE860}" type="sibTrans" cxnId="{A61F1050-AB65-486A-836B-C94E22F5E9CE}">
      <dgm:prSet/>
      <dgm:spPr/>
      <dgm:t>
        <a:bodyPr/>
        <a:lstStyle/>
        <a:p>
          <a:endParaRPr lang="en-US"/>
        </a:p>
      </dgm:t>
    </dgm:pt>
    <dgm:pt modelId="{692A8EA4-DD30-48B8-8415-18AE2A11B4B6}">
      <dgm:prSet/>
      <dgm:spPr/>
      <dgm:t>
        <a:bodyPr/>
        <a:lstStyle/>
        <a:p>
          <a:r>
            <a:rPr lang="en-US"/>
            <a:t>We are supposed to create a proper action plan as well as develop certain contingency plans in order to mitigate the risk.</a:t>
          </a:r>
        </a:p>
      </dgm:t>
    </dgm:pt>
    <dgm:pt modelId="{E023017B-F993-44D1-AA49-0257F77ED056}" type="parTrans" cxnId="{B3B1EDFA-C719-40AB-8EDA-708C937A2B66}">
      <dgm:prSet/>
      <dgm:spPr/>
      <dgm:t>
        <a:bodyPr/>
        <a:lstStyle/>
        <a:p>
          <a:endParaRPr lang="en-US"/>
        </a:p>
      </dgm:t>
    </dgm:pt>
    <dgm:pt modelId="{C3287AE3-8C00-4139-AEE2-C2A8B2EFCF07}" type="sibTrans" cxnId="{B3B1EDFA-C719-40AB-8EDA-708C937A2B66}">
      <dgm:prSet/>
      <dgm:spPr/>
      <dgm:t>
        <a:bodyPr/>
        <a:lstStyle/>
        <a:p>
          <a:endParaRPr lang="en-US"/>
        </a:p>
      </dgm:t>
    </dgm:pt>
    <dgm:pt modelId="{9290D60D-9A47-4AF9-AE18-E6BD4FBEE705}">
      <dgm:prSet/>
      <dgm:spPr/>
      <dgm:t>
        <a:bodyPr/>
        <a:lstStyle/>
        <a:p>
          <a:r>
            <a:rPr lang="en-US"/>
            <a:t>Then documentation is another approach where we will be using stunt price formats in order to maintain an update all the risk identified.</a:t>
          </a:r>
        </a:p>
      </dgm:t>
    </dgm:pt>
    <dgm:pt modelId="{9A075F19-3E69-4111-8475-599CA8D5804F}" type="parTrans" cxnId="{7BAA43E5-6AD9-4C4A-A3D8-AF34A039D49F}">
      <dgm:prSet/>
      <dgm:spPr/>
      <dgm:t>
        <a:bodyPr/>
        <a:lstStyle/>
        <a:p>
          <a:endParaRPr lang="en-US"/>
        </a:p>
      </dgm:t>
    </dgm:pt>
    <dgm:pt modelId="{3E224140-D39C-4851-8963-BF55C4794DD2}" type="sibTrans" cxnId="{7BAA43E5-6AD9-4C4A-A3D8-AF34A039D49F}">
      <dgm:prSet/>
      <dgm:spPr/>
      <dgm:t>
        <a:bodyPr/>
        <a:lstStyle/>
        <a:p>
          <a:endParaRPr lang="en-US"/>
        </a:p>
      </dgm:t>
    </dgm:pt>
    <dgm:pt modelId="{B443D16E-F9DE-4FFA-8AE9-3A2C30C0843C}" type="pres">
      <dgm:prSet presAssocID="{A0741C45-828B-421F-BC72-00187A1D7CF8}" presName="vert0" presStyleCnt="0">
        <dgm:presLayoutVars>
          <dgm:dir/>
          <dgm:animOne val="branch"/>
          <dgm:animLvl val="lvl"/>
        </dgm:presLayoutVars>
      </dgm:prSet>
      <dgm:spPr/>
    </dgm:pt>
    <dgm:pt modelId="{ABEC414A-2CBE-4785-91A5-2D931547A884}" type="pres">
      <dgm:prSet presAssocID="{5245D29B-CA8E-4B81-A50B-50EF4AF4929E}" presName="thickLine" presStyleLbl="alignNode1" presStyleIdx="0" presStyleCnt="4"/>
      <dgm:spPr/>
    </dgm:pt>
    <dgm:pt modelId="{DE69DB76-3AB8-4B4F-BEB4-14E374D2CD19}" type="pres">
      <dgm:prSet presAssocID="{5245D29B-CA8E-4B81-A50B-50EF4AF4929E}" presName="horz1" presStyleCnt="0"/>
      <dgm:spPr/>
    </dgm:pt>
    <dgm:pt modelId="{EDC66805-B903-41FA-A2A9-B72A50804A5A}" type="pres">
      <dgm:prSet presAssocID="{5245D29B-CA8E-4B81-A50B-50EF4AF4929E}" presName="tx1" presStyleLbl="revTx" presStyleIdx="0" presStyleCnt="4"/>
      <dgm:spPr/>
    </dgm:pt>
    <dgm:pt modelId="{0549F020-5685-4352-9FED-C2D886A100E7}" type="pres">
      <dgm:prSet presAssocID="{5245D29B-CA8E-4B81-A50B-50EF4AF4929E}" presName="vert1" presStyleCnt="0"/>
      <dgm:spPr/>
    </dgm:pt>
    <dgm:pt modelId="{8A6BB395-FF5D-42C5-ABF5-5E6961F1BAFB}" type="pres">
      <dgm:prSet presAssocID="{DB1BA424-EBE6-4A31-9802-D576A2B88686}" presName="thickLine" presStyleLbl="alignNode1" presStyleIdx="1" presStyleCnt="4"/>
      <dgm:spPr/>
    </dgm:pt>
    <dgm:pt modelId="{1E36AA1B-AC24-43D7-B692-841A8D328AB0}" type="pres">
      <dgm:prSet presAssocID="{DB1BA424-EBE6-4A31-9802-D576A2B88686}" presName="horz1" presStyleCnt="0"/>
      <dgm:spPr/>
    </dgm:pt>
    <dgm:pt modelId="{D25AFEA0-2395-4545-A60C-61683B166522}" type="pres">
      <dgm:prSet presAssocID="{DB1BA424-EBE6-4A31-9802-D576A2B88686}" presName="tx1" presStyleLbl="revTx" presStyleIdx="1" presStyleCnt="4"/>
      <dgm:spPr/>
    </dgm:pt>
    <dgm:pt modelId="{4FFB91A0-BF9B-4BFF-9ACD-16548E327A9D}" type="pres">
      <dgm:prSet presAssocID="{DB1BA424-EBE6-4A31-9802-D576A2B88686}" presName="vert1" presStyleCnt="0"/>
      <dgm:spPr/>
    </dgm:pt>
    <dgm:pt modelId="{B23804B2-10B8-4C80-B16F-7BAE602D67B7}" type="pres">
      <dgm:prSet presAssocID="{692A8EA4-DD30-48B8-8415-18AE2A11B4B6}" presName="thickLine" presStyleLbl="alignNode1" presStyleIdx="2" presStyleCnt="4"/>
      <dgm:spPr/>
    </dgm:pt>
    <dgm:pt modelId="{2FEBB5D6-5C5D-4AAF-8188-C06DAE5E3200}" type="pres">
      <dgm:prSet presAssocID="{692A8EA4-DD30-48B8-8415-18AE2A11B4B6}" presName="horz1" presStyleCnt="0"/>
      <dgm:spPr/>
    </dgm:pt>
    <dgm:pt modelId="{41CCF149-EABB-4AF7-8D19-17FFC01DB616}" type="pres">
      <dgm:prSet presAssocID="{692A8EA4-DD30-48B8-8415-18AE2A11B4B6}" presName="tx1" presStyleLbl="revTx" presStyleIdx="2" presStyleCnt="4"/>
      <dgm:spPr/>
    </dgm:pt>
    <dgm:pt modelId="{F7F75C59-7A33-4F28-BD48-AEFDDD5652BB}" type="pres">
      <dgm:prSet presAssocID="{692A8EA4-DD30-48B8-8415-18AE2A11B4B6}" presName="vert1" presStyleCnt="0"/>
      <dgm:spPr/>
    </dgm:pt>
    <dgm:pt modelId="{78EBAFD8-9A33-4EDB-8B9D-AE234FA3E541}" type="pres">
      <dgm:prSet presAssocID="{9290D60D-9A47-4AF9-AE18-E6BD4FBEE705}" presName="thickLine" presStyleLbl="alignNode1" presStyleIdx="3" presStyleCnt="4"/>
      <dgm:spPr/>
    </dgm:pt>
    <dgm:pt modelId="{BF486850-524D-4F17-989A-DB1B06B8AB09}" type="pres">
      <dgm:prSet presAssocID="{9290D60D-9A47-4AF9-AE18-E6BD4FBEE705}" presName="horz1" presStyleCnt="0"/>
      <dgm:spPr/>
    </dgm:pt>
    <dgm:pt modelId="{36F83476-F5D8-494A-8BBE-0EAB9DD73CB7}" type="pres">
      <dgm:prSet presAssocID="{9290D60D-9A47-4AF9-AE18-E6BD4FBEE705}" presName="tx1" presStyleLbl="revTx" presStyleIdx="3" presStyleCnt="4"/>
      <dgm:spPr/>
    </dgm:pt>
    <dgm:pt modelId="{5B930881-6E1B-4D80-BAAC-518C40CBB32F}" type="pres">
      <dgm:prSet presAssocID="{9290D60D-9A47-4AF9-AE18-E6BD4FBEE705}" presName="vert1" presStyleCnt="0"/>
      <dgm:spPr/>
    </dgm:pt>
  </dgm:ptLst>
  <dgm:cxnLst>
    <dgm:cxn modelId="{D9C79426-DE30-4572-AE71-557A310373D6}" type="presOf" srcId="{9290D60D-9A47-4AF9-AE18-E6BD4FBEE705}" destId="{36F83476-F5D8-494A-8BBE-0EAB9DD73CB7}" srcOrd="0" destOrd="0" presId="urn:microsoft.com/office/officeart/2008/layout/LinedList"/>
    <dgm:cxn modelId="{FDCF0767-EAFC-41FB-9DE3-E8CB1B01B4F1}" type="presOf" srcId="{5245D29B-CA8E-4B81-A50B-50EF4AF4929E}" destId="{EDC66805-B903-41FA-A2A9-B72A50804A5A}" srcOrd="0" destOrd="0" presId="urn:microsoft.com/office/officeart/2008/layout/LinedList"/>
    <dgm:cxn modelId="{A61F1050-AB65-486A-836B-C94E22F5E9CE}" srcId="{A0741C45-828B-421F-BC72-00187A1D7CF8}" destId="{DB1BA424-EBE6-4A31-9802-D576A2B88686}" srcOrd="1" destOrd="0" parTransId="{51C09F39-D548-4779-BE4B-408FF8BED776}" sibTransId="{384D0DE5-8BC5-4BBA-8DDB-B5C70D0CE860}"/>
    <dgm:cxn modelId="{5A176851-968D-41CF-A1D8-58A85B1CDCF4}" type="presOf" srcId="{DB1BA424-EBE6-4A31-9802-D576A2B88686}" destId="{D25AFEA0-2395-4545-A60C-61683B166522}" srcOrd="0" destOrd="0" presId="urn:microsoft.com/office/officeart/2008/layout/LinedList"/>
    <dgm:cxn modelId="{17728CB5-6B3A-4863-AAF6-E80230AFF5EF}" srcId="{A0741C45-828B-421F-BC72-00187A1D7CF8}" destId="{5245D29B-CA8E-4B81-A50B-50EF4AF4929E}" srcOrd="0" destOrd="0" parTransId="{0480B921-B9AB-4F7F-A902-494116D2E538}" sibTransId="{375916C5-24E9-4E27-957D-F96ECCA0BFD7}"/>
    <dgm:cxn modelId="{827AF4C0-97A1-4195-B589-AB325C88DFD0}" type="presOf" srcId="{A0741C45-828B-421F-BC72-00187A1D7CF8}" destId="{B443D16E-F9DE-4FFA-8AE9-3A2C30C0843C}" srcOrd="0" destOrd="0" presId="urn:microsoft.com/office/officeart/2008/layout/LinedList"/>
    <dgm:cxn modelId="{5644A7E2-C63C-4A64-9455-00EA3BE93278}" type="presOf" srcId="{692A8EA4-DD30-48B8-8415-18AE2A11B4B6}" destId="{41CCF149-EABB-4AF7-8D19-17FFC01DB616}" srcOrd="0" destOrd="0" presId="urn:microsoft.com/office/officeart/2008/layout/LinedList"/>
    <dgm:cxn modelId="{7BAA43E5-6AD9-4C4A-A3D8-AF34A039D49F}" srcId="{A0741C45-828B-421F-BC72-00187A1D7CF8}" destId="{9290D60D-9A47-4AF9-AE18-E6BD4FBEE705}" srcOrd="3" destOrd="0" parTransId="{9A075F19-3E69-4111-8475-599CA8D5804F}" sibTransId="{3E224140-D39C-4851-8963-BF55C4794DD2}"/>
    <dgm:cxn modelId="{B3B1EDFA-C719-40AB-8EDA-708C937A2B66}" srcId="{A0741C45-828B-421F-BC72-00187A1D7CF8}" destId="{692A8EA4-DD30-48B8-8415-18AE2A11B4B6}" srcOrd="2" destOrd="0" parTransId="{E023017B-F993-44D1-AA49-0257F77ED056}" sibTransId="{C3287AE3-8C00-4139-AEE2-C2A8B2EFCF07}"/>
    <dgm:cxn modelId="{D46999D5-6713-4D54-A904-C5D89D576AF8}" type="presParOf" srcId="{B443D16E-F9DE-4FFA-8AE9-3A2C30C0843C}" destId="{ABEC414A-2CBE-4785-91A5-2D931547A884}" srcOrd="0" destOrd="0" presId="urn:microsoft.com/office/officeart/2008/layout/LinedList"/>
    <dgm:cxn modelId="{C178BF61-10B5-44BC-977E-6C395C0E4B7D}" type="presParOf" srcId="{B443D16E-F9DE-4FFA-8AE9-3A2C30C0843C}" destId="{DE69DB76-3AB8-4B4F-BEB4-14E374D2CD19}" srcOrd="1" destOrd="0" presId="urn:microsoft.com/office/officeart/2008/layout/LinedList"/>
    <dgm:cxn modelId="{B19A6EC4-5BE4-4A3A-9E9B-D73A32766028}" type="presParOf" srcId="{DE69DB76-3AB8-4B4F-BEB4-14E374D2CD19}" destId="{EDC66805-B903-41FA-A2A9-B72A50804A5A}" srcOrd="0" destOrd="0" presId="urn:microsoft.com/office/officeart/2008/layout/LinedList"/>
    <dgm:cxn modelId="{6AA7C4F1-1969-480E-9E91-9F593A01DB7E}" type="presParOf" srcId="{DE69DB76-3AB8-4B4F-BEB4-14E374D2CD19}" destId="{0549F020-5685-4352-9FED-C2D886A100E7}" srcOrd="1" destOrd="0" presId="urn:microsoft.com/office/officeart/2008/layout/LinedList"/>
    <dgm:cxn modelId="{13FF8CA3-B0DD-4A63-992E-9C0CE306706D}" type="presParOf" srcId="{B443D16E-F9DE-4FFA-8AE9-3A2C30C0843C}" destId="{8A6BB395-FF5D-42C5-ABF5-5E6961F1BAFB}" srcOrd="2" destOrd="0" presId="urn:microsoft.com/office/officeart/2008/layout/LinedList"/>
    <dgm:cxn modelId="{CC17D8C8-9B33-438C-B0B1-A65656EA8F21}" type="presParOf" srcId="{B443D16E-F9DE-4FFA-8AE9-3A2C30C0843C}" destId="{1E36AA1B-AC24-43D7-B692-841A8D328AB0}" srcOrd="3" destOrd="0" presId="urn:microsoft.com/office/officeart/2008/layout/LinedList"/>
    <dgm:cxn modelId="{E460AE36-0BB9-41C2-977C-E51DA3EF9E9B}" type="presParOf" srcId="{1E36AA1B-AC24-43D7-B692-841A8D328AB0}" destId="{D25AFEA0-2395-4545-A60C-61683B166522}" srcOrd="0" destOrd="0" presId="urn:microsoft.com/office/officeart/2008/layout/LinedList"/>
    <dgm:cxn modelId="{7A70D3A2-5404-480E-A97E-40E96761E3E5}" type="presParOf" srcId="{1E36AA1B-AC24-43D7-B692-841A8D328AB0}" destId="{4FFB91A0-BF9B-4BFF-9ACD-16548E327A9D}" srcOrd="1" destOrd="0" presId="urn:microsoft.com/office/officeart/2008/layout/LinedList"/>
    <dgm:cxn modelId="{99EC2E85-1111-4262-9EFF-92AEAE17262B}" type="presParOf" srcId="{B443D16E-F9DE-4FFA-8AE9-3A2C30C0843C}" destId="{B23804B2-10B8-4C80-B16F-7BAE602D67B7}" srcOrd="4" destOrd="0" presId="urn:microsoft.com/office/officeart/2008/layout/LinedList"/>
    <dgm:cxn modelId="{6D5FF427-3973-4FF1-9A87-EFA4DF53C14A}" type="presParOf" srcId="{B443D16E-F9DE-4FFA-8AE9-3A2C30C0843C}" destId="{2FEBB5D6-5C5D-4AAF-8188-C06DAE5E3200}" srcOrd="5" destOrd="0" presId="urn:microsoft.com/office/officeart/2008/layout/LinedList"/>
    <dgm:cxn modelId="{41818D8C-24C6-4C04-812A-0D4B73DFBCD4}" type="presParOf" srcId="{2FEBB5D6-5C5D-4AAF-8188-C06DAE5E3200}" destId="{41CCF149-EABB-4AF7-8D19-17FFC01DB616}" srcOrd="0" destOrd="0" presId="urn:microsoft.com/office/officeart/2008/layout/LinedList"/>
    <dgm:cxn modelId="{34CFAF49-C9BB-4F09-978A-A134E93263DD}" type="presParOf" srcId="{2FEBB5D6-5C5D-4AAF-8188-C06DAE5E3200}" destId="{F7F75C59-7A33-4F28-BD48-AEFDDD5652BB}" srcOrd="1" destOrd="0" presId="urn:microsoft.com/office/officeart/2008/layout/LinedList"/>
    <dgm:cxn modelId="{D286750F-5A8B-4139-8A2D-07A9925470D0}" type="presParOf" srcId="{B443D16E-F9DE-4FFA-8AE9-3A2C30C0843C}" destId="{78EBAFD8-9A33-4EDB-8B9D-AE234FA3E541}" srcOrd="6" destOrd="0" presId="urn:microsoft.com/office/officeart/2008/layout/LinedList"/>
    <dgm:cxn modelId="{6487032E-DC27-4924-821B-E14C7CCCE657}" type="presParOf" srcId="{B443D16E-F9DE-4FFA-8AE9-3A2C30C0843C}" destId="{BF486850-524D-4F17-989A-DB1B06B8AB09}" srcOrd="7" destOrd="0" presId="urn:microsoft.com/office/officeart/2008/layout/LinedList"/>
    <dgm:cxn modelId="{3193A935-3494-4E29-83FF-723A03E5AB4C}" type="presParOf" srcId="{BF486850-524D-4F17-989A-DB1B06B8AB09}" destId="{36F83476-F5D8-494A-8BBE-0EAB9DD73CB7}" srcOrd="0" destOrd="0" presId="urn:microsoft.com/office/officeart/2008/layout/LinedList"/>
    <dgm:cxn modelId="{43D2EB23-6C1C-4C43-AF70-CAE37958907C}" type="presParOf" srcId="{BF486850-524D-4F17-989A-DB1B06B8AB09}" destId="{5B930881-6E1B-4D80-BAAC-518C40CBB32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FEBCF83-2DAF-4BD9-81DB-F25BEEA269F8}"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A218B63-FFED-4BCC-A0F8-CC2521C24AF9}">
      <dgm:prSet/>
      <dgm:spPr/>
      <dgm:t>
        <a:bodyPr/>
        <a:lstStyle/>
        <a:p>
          <a:pPr>
            <a:defRPr cap="all"/>
          </a:pPr>
          <a:r>
            <a:rPr lang="en-US" b="1" dirty="0"/>
            <a:t>Specific: </a:t>
          </a:r>
          <a:r>
            <a:rPr lang="en-US" dirty="0"/>
            <a:t>Regarding data accessibility it is much more specific about the centralized space data</a:t>
          </a:r>
        </a:p>
      </dgm:t>
    </dgm:pt>
    <dgm:pt modelId="{A7B480F5-3E81-4C65-A47F-C5AF545A486A}" type="parTrans" cxnId="{4F556B4A-D250-45F2-A9CD-DD911F10E3F9}">
      <dgm:prSet/>
      <dgm:spPr/>
      <dgm:t>
        <a:bodyPr/>
        <a:lstStyle/>
        <a:p>
          <a:endParaRPr lang="en-US"/>
        </a:p>
      </dgm:t>
    </dgm:pt>
    <dgm:pt modelId="{512B7C08-94E9-4C9D-9924-17F08BD81F09}" type="sibTrans" cxnId="{4F556B4A-D250-45F2-A9CD-DD911F10E3F9}">
      <dgm:prSet/>
      <dgm:spPr/>
      <dgm:t>
        <a:bodyPr/>
        <a:lstStyle/>
        <a:p>
          <a:endParaRPr lang="en-US"/>
        </a:p>
      </dgm:t>
    </dgm:pt>
    <dgm:pt modelId="{071A7C29-F907-46B8-888A-C407E100D632}">
      <dgm:prSet/>
      <dgm:spPr/>
      <dgm:t>
        <a:bodyPr/>
        <a:lstStyle/>
        <a:p>
          <a:pPr>
            <a:defRPr cap="all"/>
          </a:pPr>
          <a:r>
            <a:rPr lang="en-US" b="1" dirty="0"/>
            <a:t>Measurable: </a:t>
          </a:r>
          <a:r>
            <a:rPr lang="en-US" dirty="0"/>
            <a:t>A measurable includes the cost and the accuracy the researchers and analysts provide. THE COST IS EXPECTED TO BE REDUCED BY 35%  </a:t>
          </a:r>
        </a:p>
      </dgm:t>
    </dgm:pt>
    <dgm:pt modelId="{69F1B214-D452-4F51-8087-75E83C8BDCBA}" type="parTrans" cxnId="{81DEAA15-1FEC-423B-BE27-F3FE662A1F5C}">
      <dgm:prSet/>
      <dgm:spPr/>
      <dgm:t>
        <a:bodyPr/>
        <a:lstStyle/>
        <a:p>
          <a:endParaRPr lang="en-US"/>
        </a:p>
      </dgm:t>
    </dgm:pt>
    <dgm:pt modelId="{B6EC8E50-DFEA-42F3-9E1F-F51D00EFD84C}" type="sibTrans" cxnId="{81DEAA15-1FEC-423B-BE27-F3FE662A1F5C}">
      <dgm:prSet/>
      <dgm:spPr/>
      <dgm:t>
        <a:bodyPr/>
        <a:lstStyle/>
        <a:p>
          <a:endParaRPr lang="en-US"/>
        </a:p>
      </dgm:t>
    </dgm:pt>
    <dgm:pt modelId="{65D14106-51F3-4C39-8D01-6CB1B344136D}">
      <dgm:prSet/>
      <dgm:spPr/>
      <dgm:t>
        <a:bodyPr/>
        <a:lstStyle/>
        <a:p>
          <a:pPr>
            <a:defRPr cap="all"/>
          </a:pPr>
          <a:r>
            <a:rPr lang="en-US" b="1" dirty="0"/>
            <a:t>Attainable: </a:t>
          </a:r>
          <a:r>
            <a:rPr lang="en-US" dirty="0"/>
            <a:t>Since the project use existing data sometimes the data management has to be processed along with artificial intelligence in order to optimize the resources.</a:t>
          </a:r>
        </a:p>
      </dgm:t>
    </dgm:pt>
    <dgm:pt modelId="{04CFE307-7630-4D93-8D04-1F4C3D15E4A7}" type="parTrans" cxnId="{1263B48F-903B-4178-9029-4707187DBD3A}">
      <dgm:prSet/>
      <dgm:spPr/>
      <dgm:t>
        <a:bodyPr/>
        <a:lstStyle/>
        <a:p>
          <a:endParaRPr lang="en-US"/>
        </a:p>
      </dgm:t>
    </dgm:pt>
    <dgm:pt modelId="{00C76D9F-F3F1-4FDE-A996-48CB644A57FD}" type="sibTrans" cxnId="{1263B48F-903B-4178-9029-4707187DBD3A}">
      <dgm:prSet/>
      <dgm:spPr/>
      <dgm:t>
        <a:bodyPr/>
        <a:lstStyle/>
        <a:p>
          <a:endParaRPr lang="en-US"/>
        </a:p>
      </dgm:t>
    </dgm:pt>
    <dgm:pt modelId="{470353C0-CC88-486D-BF0C-39AED44B27F1}">
      <dgm:prSet/>
      <dgm:spPr/>
      <dgm:t>
        <a:bodyPr/>
        <a:lstStyle/>
        <a:p>
          <a:pPr>
            <a:defRPr cap="all"/>
          </a:pPr>
          <a:r>
            <a:rPr lang="en-US" b="1" dirty="0"/>
            <a:t>Realistic: </a:t>
          </a:r>
          <a:r>
            <a:rPr lang="en-US" dirty="0"/>
            <a:t>Collaborating with financial analysts regarding the planning systems will be very much realistic. WE ARE EXPECTING INCREASE IN THE MARKET SHARE BY 40%</a:t>
          </a:r>
        </a:p>
      </dgm:t>
    </dgm:pt>
    <dgm:pt modelId="{C6D0DFB8-8482-433F-895C-A8875B2C5D7B}" type="parTrans" cxnId="{A60F8EE9-A6AD-431D-813D-CC2A69810F59}">
      <dgm:prSet/>
      <dgm:spPr/>
      <dgm:t>
        <a:bodyPr/>
        <a:lstStyle/>
        <a:p>
          <a:endParaRPr lang="en-US"/>
        </a:p>
      </dgm:t>
    </dgm:pt>
    <dgm:pt modelId="{A5438DED-BCF9-4585-86A6-B5720F5D1A03}" type="sibTrans" cxnId="{A60F8EE9-A6AD-431D-813D-CC2A69810F59}">
      <dgm:prSet/>
      <dgm:spPr/>
      <dgm:t>
        <a:bodyPr/>
        <a:lstStyle/>
        <a:p>
          <a:endParaRPr lang="en-US"/>
        </a:p>
      </dgm:t>
    </dgm:pt>
    <dgm:pt modelId="{6E7BDED5-16FE-4B6E-8172-576568802D4F}">
      <dgm:prSet/>
      <dgm:spPr/>
      <dgm:t>
        <a:bodyPr/>
        <a:lstStyle/>
        <a:p>
          <a:pPr>
            <a:defRPr cap="all"/>
          </a:pPr>
          <a:r>
            <a:rPr lang="en-US" b="1" dirty="0"/>
            <a:t>Time-Bound: </a:t>
          </a:r>
          <a:r>
            <a:rPr lang="en-US" dirty="0"/>
            <a:t>In order to achieve the cost reductions and development process it will take about six months of time duration.</a:t>
          </a:r>
        </a:p>
      </dgm:t>
    </dgm:pt>
    <dgm:pt modelId="{6F059B77-8B4B-4B7B-A47E-95191F3517FF}" type="parTrans" cxnId="{12C106E4-DFFB-4EB3-B80F-C14B270DC4A6}">
      <dgm:prSet/>
      <dgm:spPr/>
      <dgm:t>
        <a:bodyPr/>
        <a:lstStyle/>
        <a:p>
          <a:endParaRPr lang="en-US"/>
        </a:p>
      </dgm:t>
    </dgm:pt>
    <dgm:pt modelId="{70FA9F31-A04D-4423-A502-C1F93989EABE}" type="sibTrans" cxnId="{12C106E4-DFFB-4EB3-B80F-C14B270DC4A6}">
      <dgm:prSet/>
      <dgm:spPr/>
      <dgm:t>
        <a:bodyPr/>
        <a:lstStyle/>
        <a:p>
          <a:endParaRPr lang="en-US"/>
        </a:p>
      </dgm:t>
    </dgm:pt>
    <dgm:pt modelId="{9627DA20-9A13-42DB-BDE7-BA90E075E710}" type="pres">
      <dgm:prSet presAssocID="{5FEBCF83-2DAF-4BD9-81DB-F25BEEA269F8}" presName="root" presStyleCnt="0">
        <dgm:presLayoutVars>
          <dgm:dir/>
          <dgm:resizeHandles val="exact"/>
        </dgm:presLayoutVars>
      </dgm:prSet>
      <dgm:spPr/>
    </dgm:pt>
    <dgm:pt modelId="{D7FEA018-95F9-4B07-87F2-5E14412C4ADD}" type="pres">
      <dgm:prSet presAssocID="{3A218B63-FFED-4BCC-A0F8-CC2521C24AF9}" presName="compNode" presStyleCnt="0"/>
      <dgm:spPr/>
    </dgm:pt>
    <dgm:pt modelId="{667A359A-772F-4796-AD6F-CA01C9DBAB62}" type="pres">
      <dgm:prSet presAssocID="{3A218B63-FFED-4BCC-A0F8-CC2521C24AF9}" presName="iconBgRect" presStyleLbl="bgShp" presStyleIdx="0" presStyleCnt="5"/>
      <dgm:spPr/>
    </dgm:pt>
    <dgm:pt modelId="{0C19A320-DDBB-42A2-9C88-730514A3081A}" type="pres">
      <dgm:prSet presAssocID="{3A218B63-FFED-4BCC-A0F8-CC2521C24AF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3944BCDC-75FD-4301-8630-BFAB18E28267}" type="pres">
      <dgm:prSet presAssocID="{3A218B63-FFED-4BCC-A0F8-CC2521C24AF9}" presName="spaceRect" presStyleCnt="0"/>
      <dgm:spPr/>
    </dgm:pt>
    <dgm:pt modelId="{40EF8825-A978-4FFB-A7E4-E9D386A3730C}" type="pres">
      <dgm:prSet presAssocID="{3A218B63-FFED-4BCC-A0F8-CC2521C24AF9}" presName="textRect" presStyleLbl="revTx" presStyleIdx="0" presStyleCnt="5">
        <dgm:presLayoutVars>
          <dgm:chMax val="1"/>
          <dgm:chPref val="1"/>
        </dgm:presLayoutVars>
      </dgm:prSet>
      <dgm:spPr/>
    </dgm:pt>
    <dgm:pt modelId="{8C4A6867-DF3C-4CA4-858C-3F9B32C0D978}" type="pres">
      <dgm:prSet presAssocID="{512B7C08-94E9-4C9D-9924-17F08BD81F09}" presName="sibTrans" presStyleCnt="0"/>
      <dgm:spPr/>
    </dgm:pt>
    <dgm:pt modelId="{CF93095B-476A-4533-A597-652F819096F7}" type="pres">
      <dgm:prSet presAssocID="{071A7C29-F907-46B8-888A-C407E100D632}" presName="compNode" presStyleCnt="0"/>
      <dgm:spPr/>
    </dgm:pt>
    <dgm:pt modelId="{8FF2388A-80D0-41ED-85FE-59FBA486AD3C}" type="pres">
      <dgm:prSet presAssocID="{071A7C29-F907-46B8-888A-C407E100D632}" presName="iconBgRect" presStyleLbl="bgShp" presStyleIdx="1" presStyleCnt="5"/>
      <dgm:spPr/>
    </dgm:pt>
    <dgm:pt modelId="{9A8AFF68-D9C0-48FC-8832-F7E1394F2515}" type="pres">
      <dgm:prSet presAssocID="{071A7C29-F907-46B8-888A-C407E100D63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ext>
      </dgm:extLst>
    </dgm:pt>
    <dgm:pt modelId="{C728006D-5BFA-4642-893A-7D2FA33568C8}" type="pres">
      <dgm:prSet presAssocID="{071A7C29-F907-46B8-888A-C407E100D632}" presName="spaceRect" presStyleCnt="0"/>
      <dgm:spPr/>
    </dgm:pt>
    <dgm:pt modelId="{A04F7E0C-2C8A-4720-A6B7-0BFDBADF2731}" type="pres">
      <dgm:prSet presAssocID="{071A7C29-F907-46B8-888A-C407E100D632}" presName="textRect" presStyleLbl="revTx" presStyleIdx="1" presStyleCnt="5">
        <dgm:presLayoutVars>
          <dgm:chMax val="1"/>
          <dgm:chPref val="1"/>
        </dgm:presLayoutVars>
      </dgm:prSet>
      <dgm:spPr/>
    </dgm:pt>
    <dgm:pt modelId="{B597741B-BB5A-4D5B-BBD7-283D9180E68A}" type="pres">
      <dgm:prSet presAssocID="{B6EC8E50-DFEA-42F3-9E1F-F51D00EFD84C}" presName="sibTrans" presStyleCnt="0"/>
      <dgm:spPr/>
    </dgm:pt>
    <dgm:pt modelId="{500FBA43-67BA-42E9-A6B4-1E85295024DD}" type="pres">
      <dgm:prSet presAssocID="{65D14106-51F3-4C39-8D01-6CB1B344136D}" presName="compNode" presStyleCnt="0"/>
      <dgm:spPr/>
    </dgm:pt>
    <dgm:pt modelId="{5903A6D5-49B6-47D9-A38C-E2100DFBE45E}" type="pres">
      <dgm:prSet presAssocID="{65D14106-51F3-4C39-8D01-6CB1B344136D}" presName="iconBgRect" presStyleLbl="bgShp" presStyleIdx="2" presStyleCnt="5"/>
      <dgm:spPr/>
    </dgm:pt>
    <dgm:pt modelId="{AEF6F67F-6537-45EA-9914-E1CD60D6553A}" type="pres">
      <dgm:prSet presAssocID="{65D14106-51F3-4C39-8D01-6CB1B344136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C6D15042-5635-4483-BBE7-33B6D8AC4841}" type="pres">
      <dgm:prSet presAssocID="{65D14106-51F3-4C39-8D01-6CB1B344136D}" presName="spaceRect" presStyleCnt="0"/>
      <dgm:spPr/>
    </dgm:pt>
    <dgm:pt modelId="{33AAEF45-84E8-4466-817C-71D0CE22C27B}" type="pres">
      <dgm:prSet presAssocID="{65D14106-51F3-4C39-8D01-6CB1B344136D}" presName="textRect" presStyleLbl="revTx" presStyleIdx="2" presStyleCnt="5">
        <dgm:presLayoutVars>
          <dgm:chMax val="1"/>
          <dgm:chPref val="1"/>
        </dgm:presLayoutVars>
      </dgm:prSet>
      <dgm:spPr/>
    </dgm:pt>
    <dgm:pt modelId="{927AC1C4-0483-4AB4-B33D-011FAA0DB14C}" type="pres">
      <dgm:prSet presAssocID="{00C76D9F-F3F1-4FDE-A996-48CB644A57FD}" presName="sibTrans" presStyleCnt="0"/>
      <dgm:spPr/>
    </dgm:pt>
    <dgm:pt modelId="{20AB79A2-2FFC-47BB-B3A6-9FE5B779928B}" type="pres">
      <dgm:prSet presAssocID="{470353C0-CC88-486D-BF0C-39AED44B27F1}" presName="compNode" presStyleCnt="0"/>
      <dgm:spPr/>
    </dgm:pt>
    <dgm:pt modelId="{E44DC2D1-87AE-4F83-BE52-8B4AEF9054BB}" type="pres">
      <dgm:prSet presAssocID="{470353C0-CC88-486D-BF0C-39AED44B27F1}" presName="iconBgRect" presStyleLbl="bgShp" presStyleIdx="3" presStyleCnt="5"/>
      <dgm:spPr/>
    </dgm:pt>
    <dgm:pt modelId="{822DD6E7-2DFA-4888-972C-BF2805BEBAD2}" type="pres">
      <dgm:prSet presAssocID="{470353C0-CC88-486D-BF0C-39AED44B27F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llar"/>
        </a:ext>
      </dgm:extLst>
    </dgm:pt>
    <dgm:pt modelId="{7216FFA3-C8EB-4403-8E47-0A423190229E}" type="pres">
      <dgm:prSet presAssocID="{470353C0-CC88-486D-BF0C-39AED44B27F1}" presName="spaceRect" presStyleCnt="0"/>
      <dgm:spPr/>
    </dgm:pt>
    <dgm:pt modelId="{B107DEAE-C54A-466F-B5BE-EF8A0F51A6C4}" type="pres">
      <dgm:prSet presAssocID="{470353C0-CC88-486D-BF0C-39AED44B27F1}" presName="textRect" presStyleLbl="revTx" presStyleIdx="3" presStyleCnt="5">
        <dgm:presLayoutVars>
          <dgm:chMax val="1"/>
          <dgm:chPref val="1"/>
        </dgm:presLayoutVars>
      </dgm:prSet>
      <dgm:spPr/>
    </dgm:pt>
    <dgm:pt modelId="{1A9292D8-6B43-4FEC-AD88-0752CE2664AF}" type="pres">
      <dgm:prSet presAssocID="{A5438DED-BCF9-4585-86A6-B5720F5D1A03}" presName="sibTrans" presStyleCnt="0"/>
      <dgm:spPr/>
    </dgm:pt>
    <dgm:pt modelId="{467B4F9E-5686-475D-9202-B65F9CF9705A}" type="pres">
      <dgm:prSet presAssocID="{6E7BDED5-16FE-4B6E-8172-576568802D4F}" presName="compNode" presStyleCnt="0"/>
      <dgm:spPr/>
    </dgm:pt>
    <dgm:pt modelId="{4D7E0EB0-EBA6-480B-BB44-F6EB08B71CBD}" type="pres">
      <dgm:prSet presAssocID="{6E7BDED5-16FE-4B6E-8172-576568802D4F}" presName="iconBgRect" presStyleLbl="bgShp" presStyleIdx="4" presStyleCnt="5"/>
      <dgm:spPr/>
    </dgm:pt>
    <dgm:pt modelId="{E38572D7-50EF-4C64-B8F2-B3BBF5D90785}" type="pres">
      <dgm:prSet presAssocID="{6E7BDED5-16FE-4B6E-8172-576568802D4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opwatch"/>
        </a:ext>
      </dgm:extLst>
    </dgm:pt>
    <dgm:pt modelId="{AC48D1F3-5F06-4461-8E89-046229FFF67C}" type="pres">
      <dgm:prSet presAssocID="{6E7BDED5-16FE-4B6E-8172-576568802D4F}" presName="spaceRect" presStyleCnt="0"/>
      <dgm:spPr/>
    </dgm:pt>
    <dgm:pt modelId="{EA9E0427-F868-4604-9825-43FDDED12C03}" type="pres">
      <dgm:prSet presAssocID="{6E7BDED5-16FE-4B6E-8172-576568802D4F}" presName="textRect" presStyleLbl="revTx" presStyleIdx="4" presStyleCnt="5">
        <dgm:presLayoutVars>
          <dgm:chMax val="1"/>
          <dgm:chPref val="1"/>
        </dgm:presLayoutVars>
      </dgm:prSet>
      <dgm:spPr/>
    </dgm:pt>
  </dgm:ptLst>
  <dgm:cxnLst>
    <dgm:cxn modelId="{3BE2F40F-902B-4F08-8F6C-51942F6A066F}" type="presOf" srcId="{6E7BDED5-16FE-4B6E-8172-576568802D4F}" destId="{EA9E0427-F868-4604-9825-43FDDED12C03}" srcOrd="0" destOrd="0" presId="urn:microsoft.com/office/officeart/2018/5/layout/IconCircleLabelList"/>
    <dgm:cxn modelId="{81DEAA15-1FEC-423B-BE27-F3FE662A1F5C}" srcId="{5FEBCF83-2DAF-4BD9-81DB-F25BEEA269F8}" destId="{071A7C29-F907-46B8-888A-C407E100D632}" srcOrd="1" destOrd="0" parTransId="{69F1B214-D452-4F51-8087-75E83C8BDCBA}" sibTransId="{B6EC8E50-DFEA-42F3-9E1F-F51D00EFD84C}"/>
    <dgm:cxn modelId="{B3DEFA1F-A29D-466B-A38A-4BFE56B9F358}" type="presOf" srcId="{5FEBCF83-2DAF-4BD9-81DB-F25BEEA269F8}" destId="{9627DA20-9A13-42DB-BDE7-BA90E075E710}" srcOrd="0" destOrd="0" presId="urn:microsoft.com/office/officeart/2018/5/layout/IconCircleLabelList"/>
    <dgm:cxn modelId="{E1DAB923-F2F3-40E2-ACD3-B788AD4B4D41}" type="presOf" srcId="{3A218B63-FFED-4BCC-A0F8-CC2521C24AF9}" destId="{40EF8825-A978-4FFB-A7E4-E9D386A3730C}" srcOrd="0" destOrd="0" presId="urn:microsoft.com/office/officeart/2018/5/layout/IconCircleLabelList"/>
    <dgm:cxn modelId="{4F556B4A-D250-45F2-A9CD-DD911F10E3F9}" srcId="{5FEBCF83-2DAF-4BD9-81DB-F25BEEA269F8}" destId="{3A218B63-FFED-4BCC-A0F8-CC2521C24AF9}" srcOrd="0" destOrd="0" parTransId="{A7B480F5-3E81-4C65-A47F-C5AF545A486A}" sibTransId="{512B7C08-94E9-4C9D-9924-17F08BD81F09}"/>
    <dgm:cxn modelId="{1263B48F-903B-4178-9029-4707187DBD3A}" srcId="{5FEBCF83-2DAF-4BD9-81DB-F25BEEA269F8}" destId="{65D14106-51F3-4C39-8D01-6CB1B344136D}" srcOrd="2" destOrd="0" parTransId="{04CFE307-7630-4D93-8D04-1F4C3D15E4A7}" sibTransId="{00C76D9F-F3F1-4FDE-A996-48CB644A57FD}"/>
    <dgm:cxn modelId="{5E2535B6-97A2-4FB8-B49E-1F4C59181A5A}" type="presOf" srcId="{071A7C29-F907-46B8-888A-C407E100D632}" destId="{A04F7E0C-2C8A-4720-A6B7-0BFDBADF2731}" srcOrd="0" destOrd="0" presId="urn:microsoft.com/office/officeart/2018/5/layout/IconCircleLabelList"/>
    <dgm:cxn modelId="{CE9067C3-066E-420B-813D-B4C9FF7820CA}" type="presOf" srcId="{470353C0-CC88-486D-BF0C-39AED44B27F1}" destId="{B107DEAE-C54A-466F-B5BE-EF8A0F51A6C4}" srcOrd="0" destOrd="0" presId="urn:microsoft.com/office/officeart/2018/5/layout/IconCircleLabelList"/>
    <dgm:cxn modelId="{71F98CC4-CF98-44CC-B4C8-A88A697E81D2}" type="presOf" srcId="{65D14106-51F3-4C39-8D01-6CB1B344136D}" destId="{33AAEF45-84E8-4466-817C-71D0CE22C27B}" srcOrd="0" destOrd="0" presId="urn:microsoft.com/office/officeart/2018/5/layout/IconCircleLabelList"/>
    <dgm:cxn modelId="{12C106E4-DFFB-4EB3-B80F-C14B270DC4A6}" srcId="{5FEBCF83-2DAF-4BD9-81DB-F25BEEA269F8}" destId="{6E7BDED5-16FE-4B6E-8172-576568802D4F}" srcOrd="4" destOrd="0" parTransId="{6F059B77-8B4B-4B7B-A47E-95191F3517FF}" sibTransId="{70FA9F31-A04D-4423-A502-C1F93989EABE}"/>
    <dgm:cxn modelId="{A60F8EE9-A6AD-431D-813D-CC2A69810F59}" srcId="{5FEBCF83-2DAF-4BD9-81DB-F25BEEA269F8}" destId="{470353C0-CC88-486D-BF0C-39AED44B27F1}" srcOrd="3" destOrd="0" parTransId="{C6D0DFB8-8482-433F-895C-A8875B2C5D7B}" sibTransId="{A5438DED-BCF9-4585-86A6-B5720F5D1A03}"/>
    <dgm:cxn modelId="{C2AC3840-BAB1-4730-BCBE-EB1E5B2A7660}" type="presParOf" srcId="{9627DA20-9A13-42DB-BDE7-BA90E075E710}" destId="{D7FEA018-95F9-4B07-87F2-5E14412C4ADD}" srcOrd="0" destOrd="0" presId="urn:microsoft.com/office/officeart/2018/5/layout/IconCircleLabelList"/>
    <dgm:cxn modelId="{4191E4F1-7CE9-41F2-A495-2A3C4F6CED1A}" type="presParOf" srcId="{D7FEA018-95F9-4B07-87F2-5E14412C4ADD}" destId="{667A359A-772F-4796-AD6F-CA01C9DBAB62}" srcOrd="0" destOrd="0" presId="urn:microsoft.com/office/officeart/2018/5/layout/IconCircleLabelList"/>
    <dgm:cxn modelId="{2FCDA4DF-E29E-4884-9CD4-8862E3EB4BD5}" type="presParOf" srcId="{D7FEA018-95F9-4B07-87F2-5E14412C4ADD}" destId="{0C19A320-DDBB-42A2-9C88-730514A3081A}" srcOrd="1" destOrd="0" presId="urn:microsoft.com/office/officeart/2018/5/layout/IconCircleLabelList"/>
    <dgm:cxn modelId="{9E3F75A8-E651-44AF-BAF2-65080B5D9161}" type="presParOf" srcId="{D7FEA018-95F9-4B07-87F2-5E14412C4ADD}" destId="{3944BCDC-75FD-4301-8630-BFAB18E28267}" srcOrd="2" destOrd="0" presId="urn:microsoft.com/office/officeart/2018/5/layout/IconCircleLabelList"/>
    <dgm:cxn modelId="{32436D6F-A3F3-4BDA-807F-325EEC55C223}" type="presParOf" srcId="{D7FEA018-95F9-4B07-87F2-5E14412C4ADD}" destId="{40EF8825-A978-4FFB-A7E4-E9D386A3730C}" srcOrd="3" destOrd="0" presId="urn:microsoft.com/office/officeart/2018/5/layout/IconCircleLabelList"/>
    <dgm:cxn modelId="{293F59CB-270D-45A8-92A8-30083D9CC016}" type="presParOf" srcId="{9627DA20-9A13-42DB-BDE7-BA90E075E710}" destId="{8C4A6867-DF3C-4CA4-858C-3F9B32C0D978}" srcOrd="1" destOrd="0" presId="urn:microsoft.com/office/officeart/2018/5/layout/IconCircleLabelList"/>
    <dgm:cxn modelId="{94C099ED-DC8A-468A-8D87-61C6A3FBD600}" type="presParOf" srcId="{9627DA20-9A13-42DB-BDE7-BA90E075E710}" destId="{CF93095B-476A-4533-A597-652F819096F7}" srcOrd="2" destOrd="0" presId="urn:microsoft.com/office/officeart/2018/5/layout/IconCircleLabelList"/>
    <dgm:cxn modelId="{474259DA-3DD7-4626-B39D-42FD18014707}" type="presParOf" srcId="{CF93095B-476A-4533-A597-652F819096F7}" destId="{8FF2388A-80D0-41ED-85FE-59FBA486AD3C}" srcOrd="0" destOrd="0" presId="urn:microsoft.com/office/officeart/2018/5/layout/IconCircleLabelList"/>
    <dgm:cxn modelId="{3FC5903A-CCB9-49A5-8A63-E5AD10E52E4F}" type="presParOf" srcId="{CF93095B-476A-4533-A597-652F819096F7}" destId="{9A8AFF68-D9C0-48FC-8832-F7E1394F2515}" srcOrd="1" destOrd="0" presId="urn:microsoft.com/office/officeart/2018/5/layout/IconCircleLabelList"/>
    <dgm:cxn modelId="{81F3F022-7D1C-490B-AF20-EA5E5746841A}" type="presParOf" srcId="{CF93095B-476A-4533-A597-652F819096F7}" destId="{C728006D-5BFA-4642-893A-7D2FA33568C8}" srcOrd="2" destOrd="0" presId="urn:microsoft.com/office/officeart/2018/5/layout/IconCircleLabelList"/>
    <dgm:cxn modelId="{D88F4172-6C96-4B84-A496-459C1C0B07A1}" type="presParOf" srcId="{CF93095B-476A-4533-A597-652F819096F7}" destId="{A04F7E0C-2C8A-4720-A6B7-0BFDBADF2731}" srcOrd="3" destOrd="0" presId="urn:microsoft.com/office/officeart/2018/5/layout/IconCircleLabelList"/>
    <dgm:cxn modelId="{590D3264-5040-413A-8D87-DC4C606C223D}" type="presParOf" srcId="{9627DA20-9A13-42DB-BDE7-BA90E075E710}" destId="{B597741B-BB5A-4D5B-BBD7-283D9180E68A}" srcOrd="3" destOrd="0" presId="urn:microsoft.com/office/officeart/2018/5/layout/IconCircleLabelList"/>
    <dgm:cxn modelId="{FAE55A2F-7994-45C0-93DC-9C9ACF63F670}" type="presParOf" srcId="{9627DA20-9A13-42DB-BDE7-BA90E075E710}" destId="{500FBA43-67BA-42E9-A6B4-1E85295024DD}" srcOrd="4" destOrd="0" presId="urn:microsoft.com/office/officeart/2018/5/layout/IconCircleLabelList"/>
    <dgm:cxn modelId="{C2D04657-140D-4CFD-A458-0F18855999D0}" type="presParOf" srcId="{500FBA43-67BA-42E9-A6B4-1E85295024DD}" destId="{5903A6D5-49B6-47D9-A38C-E2100DFBE45E}" srcOrd="0" destOrd="0" presId="urn:microsoft.com/office/officeart/2018/5/layout/IconCircleLabelList"/>
    <dgm:cxn modelId="{9E929850-B9C1-45D5-8127-2A67F4FB6B9E}" type="presParOf" srcId="{500FBA43-67BA-42E9-A6B4-1E85295024DD}" destId="{AEF6F67F-6537-45EA-9914-E1CD60D6553A}" srcOrd="1" destOrd="0" presId="urn:microsoft.com/office/officeart/2018/5/layout/IconCircleLabelList"/>
    <dgm:cxn modelId="{B5E6E9D6-4E02-4DC2-AF9A-948489979D96}" type="presParOf" srcId="{500FBA43-67BA-42E9-A6B4-1E85295024DD}" destId="{C6D15042-5635-4483-BBE7-33B6D8AC4841}" srcOrd="2" destOrd="0" presId="urn:microsoft.com/office/officeart/2018/5/layout/IconCircleLabelList"/>
    <dgm:cxn modelId="{CABD9BAB-0D9B-4382-86B4-CA2543186CC6}" type="presParOf" srcId="{500FBA43-67BA-42E9-A6B4-1E85295024DD}" destId="{33AAEF45-84E8-4466-817C-71D0CE22C27B}" srcOrd="3" destOrd="0" presId="urn:microsoft.com/office/officeart/2018/5/layout/IconCircleLabelList"/>
    <dgm:cxn modelId="{A7F835E9-5828-4925-9AEA-D8E4B9CD4983}" type="presParOf" srcId="{9627DA20-9A13-42DB-BDE7-BA90E075E710}" destId="{927AC1C4-0483-4AB4-B33D-011FAA0DB14C}" srcOrd="5" destOrd="0" presId="urn:microsoft.com/office/officeart/2018/5/layout/IconCircleLabelList"/>
    <dgm:cxn modelId="{35C1D969-951B-4FD2-B053-41CE415BBF51}" type="presParOf" srcId="{9627DA20-9A13-42DB-BDE7-BA90E075E710}" destId="{20AB79A2-2FFC-47BB-B3A6-9FE5B779928B}" srcOrd="6" destOrd="0" presId="urn:microsoft.com/office/officeart/2018/5/layout/IconCircleLabelList"/>
    <dgm:cxn modelId="{81511B31-BE8D-44B2-884C-22DB6461C1A5}" type="presParOf" srcId="{20AB79A2-2FFC-47BB-B3A6-9FE5B779928B}" destId="{E44DC2D1-87AE-4F83-BE52-8B4AEF9054BB}" srcOrd="0" destOrd="0" presId="urn:microsoft.com/office/officeart/2018/5/layout/IconCircleLabelList"/>
    <dgm:cxn modelId="{1B3ABD54-EEF6-4056-9759-071D648CECCC}" type="presParOf" srcId="{20AB79A2-2FFC-47BB-B3A6-9FE5B779928B}" destId="{822DD6E7-2DFA-4888-972C-BF2805BEBAD2}" srcOrd="1" destOrd="0" presId="urn:microsoft.com/office/officeart/2018/5/layout/IconCircleLabelList"/>
    <dgm:cxn modelId="{02D561E8-9454-4AE9-8B86-B9453D927580}" type="presParOf" srcId="{20AB79A2-2FFC-47BB-B3A6-9FE5B779928B}" destId="{7216FFA3-C8EB-4403-8E47-0A423190229E}" srcOrd="2" destOrd="0" presId="urn:microsoft.com/office/officeart/2018/5/layout/IconCircleLabelList"/>
    <dgm:cxn modelId="{B1421A0D-8028-43C0-B6A5-6F2BC5FC3315}" type="presParOf" srcId="{20AB79A2-2FFC-47BB-B3A6-9FE5B779928B}" destId="{B107DEAE-C54A-466F-B5BE-EF8A0F51A6C4}" srcOrd="3" destOrd="0" presId="urn:microsoft.com/office/officeart/2018/5/layout/IconCircleLabelList"/>
    <dgm:cxn modelId="{1097D2E5-105D-4288-8489-84C0263F4B87}" type="presParOf" srcId="{9627DA20-9A13-42DB-BDE7-BA90E075E710}" destId="{1A9292D8-6B43-4FEC-AD88-0752CE2664AF}" srcOrd="7" destOrd="0" presId="urn:microsoft.com/office/officeart/2018/5/layout/IconCircleLabelList"/>
    <dgm:cxn modelId="{ED5BF6A4-0F4E-4C26-BB9E-36BBB5637AAD}" type="presParOf" srcId="{9627DA20-9A13-42DB-BDE7-BA90E075E710}" destId="{467B4F9E-5686-475D-9202-B65F9CF9705A}" srcOrd="8" destOrd="0" presId="urn:microsoft.com/office/officeart/2018/5/layout/IconCircleLabelList"/>
    <dgm:cxn modelId="{0E589355-40AA-4461-9AF6-45CFF9EB2369}" type="presParOf" srcId="{467B4F9E-5686-475D-9202-B65F9CF9705A}" destId="{4D7E0EB0-EBA6-480B-BB44-F6EB08B71CBD}" srcOrd="0" destOrd="0" presId="urn:microsoft.com/office/officeart/2018/5/layout/IconCircleLabelList"/>
    <dgm:cxn modelId="{BA8405C5-A5B3-43F5-A303-DBEAEF8B25E3}" type="presParOf" srcId="{467B4F9E-5686-475D-9202-B65F9CF9705A}" destId="{E38572D7-50EF-4C64-B8F2-B3BBF5D90785}" srcOrd="1" destOrd="0" presId="urn:microsoft.com/office/officeart/2018/5/layout/IconCircleLabelList"/>
    <dgm:cxn modelId="{955E015D-F2EF-4435-BFEA-3B844F66A1FA}" type="presParOf" srcId="{467B4F9E-5686-475D-9202-B65F9CF9705A}" destId="{AC48D1F3-5F06-4461-8E89-046229FFF67C}" srcOrd="2" destOrd="0" presId="urn:microsoft.com/office/officeart/2018/5/layout/IconCircleLabelList"/>
    <dgm:cxn modelId="{09D5BD06-88FD-4F5D-AD94-B4E769A2625F}" type="presParOf" srcId="{467B4F9E-5686-475D-9202-B65F9CF9705A}" destId="{EA9E0427-F868-4604-9825-43FDDED12C03}"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A11D5F-9A5B-4A73-BABF-B2F10179E184}">
      <dsp:nvSpPr>
        <dsp:cNvPr id="0" name=""/>
        <dsp:cNvSpPr/>
      </dsp:nvSpPr>
      <dsp:spPr>
        <a:xfrm>
          <a:off x="0" y="0"/>
          <a:ext cx="5212401" cy="151048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Increase accessibility of the data: Has to be provided all to all the researchers and the analysis that are oriented to the project</a:t>
          </a:r>
        </a:p>
      </dsp:txBody>
      <dsp:txXfrm>
        <a:off x="44241" y="44241"/>
        <a:ext cx="3582464" cy="1422007"/>
      </dsp:txXfrm>
    </dsp:sp>
    <dsp:sp modelId="{27165AB1-CC19-4025-95F2-BB010316305A}">
      <dsp:nvSpPr>
        <dsp:cNvPr id="0" name=""/>
        <dsp:cNvSpPr/>
      </dsp:nvSpPr>
      <dsp:spPr>
        <a:xfrm>
          <a:off x="459917" y="1762238"/>
          <a:ext cx="5212401" cy="151048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Prediction of weather: Along with prediction of weather we also this project also talks about how the various astronomical events going to influence the conditions in the globe.</a:t>
          </a:r>
        </a:p>
      </dsp:txBody>
      <dsp:txXfrm>
        <a:off x="504158" y="1806479"/>
        <a:ext cx="3682183" cy="1422007"/>
      </dsp:txXfrm>
    </dsp:sp>
    <dsp:sp modelId="{6542EA62-6411-4169-B4F1-72DA8F1B77B7}">
      <dsp:nvSpPr>
        <dsp:cNvPr id="0" name=""/>
        <dsp:cNvSpPr/>
      </dsp:nvSpPr>
      <dsp:spPr>
        <a:xfrm>
          <a:off x="919835" y="3524476"/>
          <a:ext cx="5212401" cy="1510489"/>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Engagement of students in a space oriented topics: We try to engage the students to create an interest towards a space exploration</a:t>
          </a:r>
        </a:p>
      </dsp:txBody>
      <dsp:txXfrm>
        <a:off x="964076" y="3568717"/>
        <a:ext cx="3682183" cy="1422007"/>
      </dsp:txXfrm>
    </dsp:sp>
    <dsp:sp modelId="{26ADBEFE-EEA0-4205-A850-C17691B1A942}">
      <dsp:nvSpPr>
        <dsp:cNvPr id="0" name=""/>
        <dsp:cNvSpPr/>
      </dsp:nvSpPr>
      <dsp:spPr>
        <a:xfrm>
          <a:off x="4230583" y="1145454"/>
          <a:ext cx="981818" cy="981818"/>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451492" y="1145454"/>
        <a:ext cx="540000" cy="738818"/>
      </dsp:txXfrm>
    </dsp:sp>
    <dsp:sp modelId="{F633DF74-7D0C-4AE4-9E4E-ACAFBE081212}">
      <dsp:nvSpPr>
        <dsp:cNvPr id="0" name=""/>
        <dsp:cNvSpPr/>
      </dsp:nvSpPr>
      <dsp:spPr>
        <a:xfrm>
          <a:off x="4690500" y="2897622"/>
          <a:ext cx="981818" cy="981818"/>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911409" y="2897622"/>
        <a:ext cx="540000" cy="7388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EC414A-2CBE-4785-91A5-2D931547A884}">
      <dsp:nvSpPr>
        <dsp:cNvPr id="0" name=""/>
        <dsp:cNvSpPr/>
      </dsp:nvSpPr>
      <dsp:spPr>
        <a:xfrm>
          <a:off x="0" y="0"/>
          <a:ext cx="1067104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C66805-B903-41FA-A2A9-B72A50804A5A}">
      <dsp:nvSpPr>
        <dsp:cNvPr id="0" name=""/>
        <dsp:cNvSpPr/>
      </dsp:nvSpPr>
      <dsp:spPr>
        <a:xfrm>
          <a:off x="0" y="0"/>
          <a:ext cx="10671048" cy="794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We should conduct a workshop regarding the risk management and have a expert advice and comparing with a historical data.</a:t>
          </a:r>
        </a:p>
      </dsp:txBody>
      <dsp:txXfrm>
        <a:off x="0" y="0"/>
        <a:ext cx="10671048" cy="794210"/>
      </dsp:txXfrm>
    </dsp:sp>
    <dsp:sp modelId="{8A6BB395-FF5D-42C5-ABF5-5E6961F1BAFB}">
      <dsp:nvSpPr>
        <dsp:cNvPr id="0" name=""/>
        <dsp:cNvSpPr/>
      </dsp:nvSpPr>
      <dsp:spPr>
        <a:xfrm>
          <a:off x="0" y="794210"/>
          <a:ext cx="10671048" cy="0"/>
        </a:xfrm>
        <a:prstGeom prst="line">
          <a:avLst/>
        </a:prstGeom>
        <a:solidFill>
          <a:schemeClr val="accent2">
            <a:hueOff val="-6070200"/>
            <a:satOff val="977"/>
            <a:lumOff val="2680"/>
            <a:alphaOff val="0"/>
          </a:schemeClr>
        </a:solidFill>
        <a:ln w="12700" cap="flat" cmpd="sng" algn="ctr">
          <a:solidFill>
            <a:schemeClr val="accent2">
              <a:hueOff val="-6070200"/>
              <a:satOff val="977"/>
              <a:lumOff val="268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5AFEA0-2395-4545-A60C-61683B166522}">
      <dsp:nvSpPr>
        <dsp:cNvPr id="0" name=""/>
        <dsp:cNvSpPr/>
      </dsp:nvSpPr>
      <dsp:spPr>
        <a:xfrm>
          <a:off x="0" y="794210"/>
          <a:ext cx="10671048" cy="794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We should prioritise the rest based upon the probability impact matrix and assign a response for each risk identify and rank them accordingly.</a:t>
          </a:r>
        </a:p>
      </dsp:txBody>
      <dsp:txXfrm>
        <a:off x="0" y="794210"/>
        <a:ext cx="10671048" cy="794210"/>
      </dsp:txXfrm>
    </dsp:sp>
    <dsp:sp modelId="{B23804B2-10B8-4C80-B16F-7BAE602D67B7}">
      <dsp:nvSpPr>
        <dsp:cNvPr id="0" name=""/>
        <dsp:cNvSpPr/>
      </dsp:nvSpPr>
      <dsp:spPr>
        <a:xfrm>
          <a:off x="0" y="1588420"/>
          <a:ext cx="10671048" cy="0"/>
        </a:xfrm>
        <a:prstGeom prst="line">
          <a:avLst/>
        </a:prstGeom>
        <a:solidFill>
          <a:schemeClr val="accent2">
            <a:hueOff val="-12140401"/>
            <a:satOff val="1954"/>
            <a:lumOff val="5360"/>
            <a:alphaOff val="0"/>
          </a:schemeClr>
        </a:solidFill>
        <a:ln w="12700" cap="flat" cmpd="sng" algn="ctr">
          <a:solidFill>
            <a:schemeClr val="accent2">
              <a:hueOff val="-12140401"/>
              <a:satOff val="1954"/>
              <a:lumOff val="536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CCF149-EABB-4AF7-8D19-17FFC01DB616}">
      <dsp:nvSpPr>
        <dsp:cNvPr id="0" name=""/>
        <dsp:cNvSpPr/>
      </dsp:nvSpPr>
      <dsp:spPr>
        <a:xfrm>
          <a:off x="0" y="1588420"/>
          <a:ext cx="10671048" cy="794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We are supposed to create a proper action plan as well as develop certain contingency plans in order to mitigate the risk.</a:t>
          </a:r>
        </a:p>
      </dsp:txBody>
      <dsp:txXfrm>
        <a:off x="0" y="1588420"/>
        <a:ext cx="10671048" cy="794210"/>
      </dsp:txXfrm>
    </dsp:sp>
    <dsp:sp modelId="{78EBAFD8-9A33-4EDB-8B9D-AE234FA3E541}">
      <dsp:nvSpPr>
        <dsp:cNvPr id="0" name=""/>
        <dsp:cNvSpPr/>
      </dsp:nvSpPr>
      <dsp:spPr>
        <a:xfrm>
          <a:off x="0" y="2382631"/>
          <a:ext cx="10671048" cy="0"/>
        </a:xfrm>
        <a:prstGeom prst="line">
          <a:avLst/>
        </a:prstGeom>
        <a:solidFill>
          <a:schemeClr val="accent2">
            <a:hueOff val="-18210601"/>
            <a:satOff val="2931"/>
            <a:lumOff val="8040"/>
            <a:alphaOff val="0"/>
          </a:schemeClr>
        </a:solidFill>
        <a:ln w="12700" cap="flat" cmpd="sng" algn="ctr">
          <a:solidFill>
            <a:schemeClr val="accent2">
              <a:hueOff val="-18210601"/>
              <a:satOff val="2931"/>
              <a:lumOff val="804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F83476-F5D8-494A-8BBE-0EAB9DD73CB7}">
      <dsp:nvSpPr>
        <dsp:cNvPr id="0" name=""/>
        <dsp:cNvSpPr/>
      </dsp:nvSpPr>
      <dsp:spPr>
        <a:xfrm>
          <a:off x="0" y="2382631"/>
          <a:ext cx="10671048" cy="794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Then documentation is another approach where we will be using stunt price formats in order to maintain an update all the risk identified.</a:t>
          </a:r>
        </a:p>
      </dsp:txBody>
      <dsp:txXfrm>
        <a:off x="0" y="2382631"/>
        <a:ext cx="10671048" cy="7942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7A359A-772F-4796-AD6F-CA01C9DBAB62}">
      <dsp:nvSpPr>
        <dsp:cNvPr id="0" name=""/>
        <dsp:cNvSpPr/>
      </dsp:nvSpPr>
      <dsp:spPr>
        <a:xfrm>
          <a:off x="559571" y="224761"/>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19A320-DDBB-42A2-9C88-730514A3081A}">
      <dsp:nvSpPr>
        <dsp:cNvPr id="0" name=""/>
        <dsp:cNvSpPr/>
      </dsp:nvSpPr>
      <dsp:spPr>
        <a:xfrm>
          <a:off x="793572" y="458761"/>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0EF8825-A978-4FFB-A7E4-E9D386A3730C}">
      <dsp:nvSpPr>
        <dsp:cNvPr id="0" name=""/>
        <dsp:cNvSpPr/>
      </dsp:nvSpPr>
      <dsp:spPr>
        <a:xfrm>
          <a:off x="208572" y="1664761"/>
          <a:ext cx="1800000" cy="137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dirty="0"/>
            <a:t>Specific: </a:t>
          </a:r>
          <a:r>
            <a:rPr lang="en-US" sz="1100" kern="1200" dirty="0"/>
            <a:t>Regarding data accessibility it is much more specific about the centralized space data</a:t>
          </a:r>
        </a:p>
      </dsp:txBody>
      <dsp:txXfrm>
        <a:off x="208572" y="1664761"/>
        <a:ext cx="1800000" cy="1376243"/>
      </dsp:txXfrm>
    </dsp:sp>
    <dsp:sp modelId="{8FF2388A-80D0-41ED-85FE-59FBA486AD3C}">
      <dsp:nvSpPr>
        <dsp:cNvPr id="0" name=""/>
        <dsp:cNvSpPr/>
      </dsp:nvSpPr>
      <dsp:spPr>
        <a:xfrm>
          <a:off x="2674572" y="224761"/>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8AFF68-D9C0-48FC-8832-F7E1394F2515}">
      <dsp:nvSpPr>
        <dsp:cNvPr id="0" name=""/>
        <dsp:cNvSpPr/>
      </dsp:nvSpPr>
      <dsp:spPr>
        <a:xfrm>
          <a:off x="2908572" y="458761"/>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4F7E0C-2C8A-4720-A6B7-0BFDBADF2731}">
      <dsp:nvSpPr>
        <dsp:cNvPr id="0" name=""/>
        <dsp:cNvSpPr/>
      </dsp:nvSpPr>
      <dsp:spPr>
        <a:xfrm>
          <a:off x="2323572" y="1664761"/>
          <a:ext cx="1800000" cy="137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dirty="0"/>
            <a:t>Measurable: </a:t>
          </a:r>
          <a:r>
            <a:rPr lang="en-US" sz="1100" kern="1200" dirty="0"/>
            <a:t>A measurable includes the cost and the accuracy the researchers and analysts provide. THE COST IS EXPECTED TO BE REDUCED BY 35%  </a:t>
          </a:r>
        </a:p>
      </dsp:txBody>
      <dsp:txXfrm>
        <a:off x="2323572" y="1664761"/>
        <a:ext cx="1800000" cy="1376243"/>
      </dsp:txXfrm>
    </dsp:sp>
    <dsp:sp modelId="{5903A6D5-49B6-47D9-A38C-E2100DFBE45E}">
      <dsp:nvSpPr>
        <dsp:cNvPr id="0" name=""/>
        <dsp:cNvSpPr/>
      </dsp:nvSpPr>
      <dsp:spPr>
        <a:xfrm>
          <a:off x="4789572" y="224761"/>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F6F67F-6537-45EA-9914-E1CD60D6553A}">
      <dsp:nvSpPr>
        <dsp:cNvPr id="0" name=""/>
        <dsp:cNvSpPr/>
      </dsp:nvSpPr>
      <dsp:spPr>
        <a:xfrm>
          <a:off x="5023572" y="458761"/>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AAEF45-84E8-4466-817C-71D0CE22C27B}">
      <dsp:nvSpPr>
        <dsp:cNvPr id="0" name=""/>
        <dsp:cNvSpPr/>
      </dsp:nvSpPr>
      <dsp:spPr>
        <a:xfrm>
          <a:off x="4438572" y="1664761"/>
          <a:ext cx="1800000" cy="137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dirty="0"/>
            <a:t>Attainable: </a:t>
          </a:r>
          <a:r>
            <a:rPr lang="en-US" sz="1100" kern="1200" dirty="0"/>
            <a:t>Since the project use existing data sometimes the data management has to be processed along with artificial intelligence in order to optimize the resources.</a:t>
          </a:r>
        </a:p>
      </dsp:txBody>
      <dsp:txXfrm>
        <a:off x="4438572" y="1664761"/>
        <a:ext cx="1800000" cy="1376243"/>
      </dsp:txXfrm>
    </dsp:sp>
    <dsp:sp modelId="{E44DC2D1-87AE-4F83-BE52-8B4AEF9054BB}">
      <dsp:nvSpPr>
        <dsp:cNvPr id="0" name=""/>
        <dsp:cNvSpPr/>
      </dsp:nvSpPr>
      <dsp:spPr>
        <a:xfrm>
          <a:off x="6904572" y="224761"/>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2DD6E7-2DFA-4888-972C-BF2805BEBAD2}">
      <dsp:nvSpPr>
        <dsp:cNvPr id="0" name=""/>
        <dsp:cNvSpPr/>
      </dsp:nvSpPr>
      <dsp:spPr>
        <a:xfrm>
          <a:off x="7138572" y="458761"/>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07DEAE-C54A-466F-B5BE-EF8A0F51A6C4}">
      <dsp:nvSpPr>
        <dsp:cNvPr id="0" name=""/>
        <dsp:cNvSpPr/>
      </dsp:nvSpPr>
      <dsp:spPr>
        <a:xfrm>
          <a:off x="6553572" y="1664761"/>
          <a:ext cx="1800000" cy="137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dirty="0"/>
            <a:t>Realistic: </a:t>
          </a:r>
          <a:r>
            <a:rPr lang="en-US" sz="1100" kern="1200" dirty="0"/>
            <a:t>Collaborating with financial analysts regarding the planning systems will be very much realistic. WE ARE EXPECTING INCREASE IN THE MARKET SHARE BY 40%</a:t>
          </a:r>
        </a:p>
      </dsp:txBody>
      <dsp:txXfrm>
        <a:off x="6553572" y="1664761"/>
        <a:ext cx="1800000" cy="1376243"/>
      </dsp:txXfrm>
    </dsp:sp>
    <dsp:sp modelId="{4D7E0EB0-EBA6-480B-BB44-F6EB08B71CBD}">
      <dsp:nvSpPr>
        <dsp:cNvPr id="0" name=""/>
        <dsp:cNvSpPr/>
      </dsp:nvSpPr>
      <dsp:spPr>
        <a:xfrm>
          <a:off x="9019572" y="224761"/>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8572D7-50EF-4C64-B8F2-B3BBF5D90785}">
      <dsp:nvSpPr>
        <dsp:cNvPr id="0" name=""/>
        <dsp:cNvSpPr/>
      </dsp:nvSpPr>
      <dsp:spPr>
        <a:xfrm>
          <a:off x="9253572" y="458761"/>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9E0427-F868-4604-9825-43FDDED12C03}">
      <dsp:nvSpPr>
        <dsp:cNvPr id="0" name=""/>
        <dsp:cNvSpPr/>
      </dsp:nvSpPr>
      <dsp:spPr>
        <a:xfrm>
          <a:off x="8668572" y="1664761"/>
          <a:ext cx="1800000" cy="137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dirty="0"/>
            <a:t>Time-Bound: </a:t>
          </a:r>
          <a:r>
            <a:rPr lang="en-US" sz="1100" kern="1200" dirty="0"/>
            <a:t>In order to achieve the cost reductions and development process it will take about six months of time duration.</a:t>
          </a:r>
        </a:p>
      </dsp:txBody>
      <dsp:txXfrm>
        <a:off x="8668572" y="1664761"/>
        <a:ext cx="1800000" cy="1376243"/>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10" name="Freeform 6" title="Page Number Shape">
            <a:extLst>
              <a:ext uri="{FF2B5EF4-FFF2-40B4-BE49-F238E27FC236}">
                <a16:creationId xmlns:a16="http://schemas.microsoft.com/office/drawing/2014/main" id="{DD4C4B28-6B4B-4445-8535-F516D74E4AA9}"/>
              </a:ext>
            </a:extLst>
          </p:cNvPr>
          <p:cNvSpPr/>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12" name="Straight Connector 11" title="Verticle Rule Line">
            <a:extLst>
              <a:ext uri="{FF2B5EF4-FFF2-40B4-BE49-F238E27FC236}">
                <a16:creationId xmlns:a16="http://schemas.microsoft.com/office/drawing/2014/main" id="{0CB1C732-7193-4253-8746-850D090A6B4E}"/>
              </a:ext>
            </a:extLst>
          </p:cNvPr>
          <p:cNvCxnSpPr>
            <a:cxnSpLocks/>
          </p:cNvCxnSpPr>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3AA199-952B-427F-A5BE-B97D25FD0733}"/>
              </a:ext>
            </a:extLst>
          </p:cNvPr>
          <p:cNvSpPr>
            <a:spLocks noGrp="1"/>
          </p:cNvSpPr>
          <p:nvPr>
            <p:ph type="ctrTitle"/>
          </p:nvPr>
        </p:nvSpPr>
        <p:spPr>
          <a:xfrm>
            <a:off x="1078992" y="1143000"/>
            <a:ext cx="6720840" cy="3730752"/>
          </a:xfrm>
        </p:spPr>
        <p:txBody>
          <a:bodyPr anchor="t">
            <a:normAutofit/>
          </a:bodyPr>
          <a:lstStyle>
            <a:lvl1pPr algn="l">
              <a:defRPr sz="72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A1AA393-A876-475F-A05B-1CCAB6C1F089}"/>
              </a:ext>
            </a:extLst>
          </p:cNvPr>
          <p:cNvSpPr>
            <a:spLocks noGrp="1"/>
          </p:cNvSpPr>
          <p:nvPr>
            <p:ph type="subTitle" idx="1"/>
          </p:nvPr>
        </p:nvSpPr>
        <p:spPr>
          <a:xfrm>
            <a:off x="1078992" y="5010912"/>
            <a:ext cx="6720840" cy="704088"/>
          </a:xfrm>
        </p:spPr>
        <p:txBody>
          <a:bodyPr>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3395621-D631-4F31-AEEF-C8574E507372}"/>
              </a:ext>
            </a:extLst>
          </p:cNvPr>
          <p:cNvSpPr>
            <a:spLocks noGrp="1"/>
          </p:cNvSpPr>
          <p:nvPr>
            <p:ph type="dt" sz="half" idx="10"/>
          </p:nvPr>
        </p:nvSpPr>
        <p:spPr>
          <a:xfrm>
            <a:off x="8286356" y="6007608"/>
            <a:ext cx="3143643" cy="365125"/>
          </a:xfrm>
        </p:spPr>
        <p:txBody>
          <a:bodyPr/>
          <a:lstStyle/>
          <a:p>
            <a:fld id="{53BEF823-48A5-43FC-BE03-E79964288B41}" type="datetimeFigureOut">
              <a:rPr lang="en-US" smtClean="0"/>
              <a:t>4/20/2025</a:t>
            </a:fld>
            <a:endParaRPr lang="en-US" dirty="0"/>
          </a:p>
        </p:txBody>
      </p:sp>
      <p:sp>
        <p:nvSpPr>
          <p:cNvPr id="5" name="Footer Placeholder 4">
            <a:extLst>
              <a:ext uri="{FF2B5EF4-FFF2-40B4-BE49-F238E27FC236}">
                <a16:creationId xmlns:a16="http://schemas.microsoft.com/office/drawing/2014/main" id="{305EE125-77AD-4E23-AFB7-C5CFDEACACF1}"/>
              </a:ext>
            </a:extLst>
          </p:cNvPr>
          <p:cNvSpPr>
            <a:spLocks noGrp="1"/>
          </p:cNvSpPr>
          <p:nvPr>
            <p:ph type="ftr" sz="quarter" idx="11"/>
          </p:nvPr>
        </p:nvSpPr>
        <p:spPr>
          <a:xfrm>
            <a:off x="1078991" y="6007608"/>
            <a:ext cx="6720837" cy="365125"/>
          </a:xfrm>
        </p:spPr>
        <p:txBody>
          <a:bodyPr/>
          <a:lstStyle/>
          <a:p>
            <a:endParaRPr lang="en-US" dirty="0"/>
          </a:p>
        </p:txBody>
      </p:sp>
      <p:sp>
        <p:nvSpPr>
          <p:cNvPr id="6" name="Slide Number Placeholder 5">
            <a:extLst>
              <a:ext uri="{FF2B5EF4-FFF2-40B4-BE49-F238E27FC236}">
                <a16:creationId xmlns:a16="http://schemas.microsoft.com/office/drawing/2014/main" id="{DC569682-B530-4F52-87B9-39464A0930B3}"/>
              </a:ext>
            </a:extLst>
          </p:cNvPr>
          <p:cNvSpPr>
            <a:spLocks noGrp="1"/>
          </p:cNvSpPr>
          <p:nvPr>
            <p:ph type="sldNum" sz="quarter" idx="12"/>
          </p:nvPr>
        </p:nvSpPr>
        <p:spPr/>
        <p:txBody>
          <a:bodyPr/>
          <a:lstStyle>
            <a:lvl1pPr algn="ctr">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38625274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51BD-5252-4168-A69E-C6864AE29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748EEE-19C9-493B-836D-73B9E4A0B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A6BFE-11ED-4FB4-9F65-508B5B0F0DD3}"/>
              </a:ext>
            </a:extLst>
          </p:cNvPr>
          <p:cNvSpPr>
            <a:spLocks noGrp="1"/>
          </p:cNvSpPr>
          <p:nvPr>
            <p:ph type="dt" sz="half" idx="10"/>
          </p:nvPr>
        </p:nvSpPr>
        <p:spPr/>
        <p:txBody>
          <a:bodyPr/>
          <a:lstStyle/>
          <a:p>
            <a:pPr algn="r"/>
            <a:fld id="{53BEF823-48A5-43FC-BE03-E79964288B41}" type="datetimeFigureOut">
              <a:rPr lang="en-US" smtClean="0"/>
              <a:pPr algn="r"/>
              <a:t>4/20/2025</a:t>
            </a:fld>
            <a:endParaRPr lang="en-US" dirty="0"/>
          </a:p>
        </p:txBody>
      </p:sp>
      <p:sp>
        <p:nvSpPr>
          <p:cNvPr id="8" name="Footer Placeholder 7">
            <a:extLst>
              <a:ext uri="{FF2B5EF4-FFF2-40B4-BE49-F238E27FC236}">
                <a16:creationId xmlns:a16="http://schemas.microsoft.com/office/drawing/2014/main" id="{F90F536E-BEFF-4E0D-B4EC-39DE28C67CC3}"/>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36EE02AF-6FE1-4972-BD48-A82499AD67F6}"/>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659086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52EE-D9FC-4E51-9BFF-141F9192339F}"/>
              </a:ext>
            </a:extLst>
          </p:cNvPr>
          <p:cNvSpPr>
            <a:spLocks noGrp="1"/>
          </p:cNvSpPr>
          <p:nvPr>
            <p:ph type="title"/>
          </p:nvPr>
        </p:nvSpPr>
        <p:spPr>
          <a:xfrm>
            <a:off x="763051" y="2414016"/>
            <a:ext cx="10666949" cy="3099816"/>
          </a:xfrm>
        </p:spPr>
        <p:txBody>
          <a:bodyPr anchor="t"/>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1E086C4-4949-4E7A-A182-6709496A1C38}"/>
              </a:ext>
            </a:extLst>
          </p:cNvPr>
          <p:cNvSpPr>
            <a:spLocks noGrp="1"/>
          </p:cNvSpPr>
          <p:nvPr>
            <p:ph type="body" idx="1"/>
          </p:nvPr>
        </p:nvSpPr>
        <p:spPr>
          <a:xfrm>
            <a:off x="758952" y="1389888"/>
            <a:ext cx="10671048" cy="822960"/>
          </a:xfrm>
        </p:spPr>
        <p:txBody>
          <a:bodyPr anchor="ctr">
            <a:normAutofit/>
          </a:bodyPr>
          <a:lstStyle>
            <a:lvl1pPr marL="0" indent="0">
              <a:buNone/>
              <a:defRPr sz="2000" i="1">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3D12BC88-6A2B-4851-9568-23A4B74D9F98}"/>
              </a:ext>
            </a:extLst>
          </p:cNvPr>
          <p:cNvSpPr>
            <a:spLocks noGrp="1"/>
          </p:cNvSpPr>
          <p:nvPr>
            <p:ph type="dt" sz="half" idx="10"/>
          </p:nvPr>
        </p:nvSpPr>
        <p:spPr/>
        <p:txBody>
          <a:bodyPr/>
          <a:lstStyle/>
          <a:p>
            <a:pPr algn="r"/>
            <a:fld id="{53BEF823-48A5-43FC-BE03-E79964288B41}" type="datetimeFigureOut">
              <a:rPr lang="en-US" smtClean="0"/>
              <a:pPr algn="r"/>
              <a:t>4/20/2025</a:t>
            </a:fld>
            <a:endParaRPr lang="en-US" dirty="0"/>
          </a:p>
        </p:txBody>
      </p:sp>
      <p:sp>
        <p:nvSpPr>
          <p:cNvPr id="8" name="Footer Placeholder 7">
            <a:extLst>
              <a:ext uri="{FF2B5EF4-FFF2-40B4-BE49-F238E27FC236}">
                <a16:creationId xmlns:a16="http://schemas.microsoft.com/office/drawing/2014/main" id="{D882CFE5-65C3-4F46-9141-4645455947D2}"/>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5321B390-4E13-4481-AC02-FF126656C4C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224497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E02F8-47BB-4D30-8EFE-69C9222D9EC4}"/>
              </a:ext>
            </a:extLst>
          </p:cNvPr>
          <p:cNvSpPr>
            <a:spLocks noGrp="1"/>
          </p:cNvSpPr>
          <p:nvPr>
            <p:ph sz="half" idx="1"/>
          </p:nvPr>
        </p:nvSpPr>
        <p:spPr>
          <a:xfrm>
            <a:off x="5184648" y="758952"/>
            <a:ext cx="6245352" cy="224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A844D33-6BF0-4205-A542-8537E3515938}"/>
              </a:ext>
            </a:extLst>
          </p:cNvPr>
          <p:cNvSpPr>
            <a:spLocks noGrp="1"/>
          </p:cNvSpPr>
          <p:nvPr>
            <p:ph sz="half" idx="2"/>
          </p:nvPr>
        </p:nvSpPr>
        <p:spPr>
          <a:xfrm>
            <a:off x="5184647" y="3273551"/>
            <a:ext cx="6245351" cy="224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D6953A83-D2BE-4015-8D64-BE93DDFE5D21}"/>
              </a:ext>
            </a:extLst>
          </p:cNvPr>
          <p:cNvSpPr>
            <a:spLocks noGrp="1"/>
          </p:cNvSpPr>
          <p:nvPr>
            <p:ph type="dt" sz="half" idx="10"/>
          </p:nvPr>
        </p:nvSpPr>
        <p:spPr/>
        <p:txBody>
          <a:bodyPr/>
          <a:lstStyle/>
          <a:p>
            <a:pPr algn="r"/>
            <a:fld id="{53BEF823-48A5-43FC-BE03-E79964288B41}" type="datetimeFigureOut">
              <a:rPr lang="en-US" smtClean="0"/>
              <a:pPr algn="r"/>
              <a:t>4/20/2025</a:t>
            </a:fld>
            <a:endParaRPr lang="en-US" dirty="0"/>
          </a:p>
        </p:txBody>
      </p:sp>
      <p:sp>
        <p:nvSpPr>
          <p:cNvPr id="10" name="Footer Placeholder 9">
            <a:extLst>
              <a:ext uri="{FF2B5EF4-FFF2-40B4-BE49-F238E27FC236}">
                <a16:creationId xmlns:a16="http://schemas.microsoft.com/office/drawing/2014/main" id="{BA849E67-05F9-4033-B033-74D6B8C8E77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DFAAC6AA-CFFB-438F-9327-DDB023E2E14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5" name="Title 4">
            <a:extLst>
              <a:ext uri="{FF2B5EF4-FFF2-40B4-BE49-F238E27FC236}">
                <a16:creationId xmlns:a16="http://schemas.microsoft.com/office/drawing/2014/main" id="{BA4960CB-ABA7-4442-AB15-FE444F23C6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68826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348291-9C7D-407E-8D07-FA3A323EA973}"/>
              </a:ext>
            </a:extLst>
          </p:cNvPr>
          <p:cNvSpPr>
            <a:spLocks noGrp="1"/>
          </p:cNvSpPr>
          <p:nvPr>
            <p:ph type="body" idx="1"/>
          </p:nvPr>
        </p:nvSpPr>
        <p:spPr>
          <a:xfrm>
            <a:off x="5184648" y="758952"/>
            <a:ext cx="6245352"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192D2-8BA6-4A4D-814D-AD37A2A10AC8}"/>
              </a:ext>
            </a:extLst>
          </p:cNvPr>
          <p:cNvSpPr>
            <a:spLocks noGrp="1"/>
          </p:cNvSpPr>
          <p:nvPr>
            <p:ph sz="half" idx="2"/>
          </p:nvPr>
        </p:nvSpPr>
        <p:spPr>
          <a:xfrm>
            <a:off x="5190323" y="1377198"/>
            <a:ext cx="6239675"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6FD4BC-C948-41C4-BA24-5D26147E1C97}"/>
              </a:ext>
            </a:extLst>
          </p:cNvPr>
          <p:cNvSpPr>
            <a:spLocks noGrp="1"/>
          </p:cNvSpPr>
          <p:nvPr>
            <p:ph type="body" sz="quarter" idx="3"/>
          </p:nvPr>
        </p:nvSpPr>
        <p:spPr>
          <a:xfrm>
            <a:off x="5184647" y="3319548"/>
            <a:ext cx="6245351"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2E359C-F73D-4F1B-9F9A-6D628567105D}"/>
              </a:ext>
            </a:extLst>
          </p:cNvPr>
          <p:cNvSpPr>
            <a:spLocks noGrp="1"/>
          </p:cNvSpPr>
          <p:nvPr>
            <p:ph sz="quarter" idx="4"/>
          </p:nvPr>
        </p:nvSpPr>
        <p:spPr>
          <a:xfrm>
            <a:off x="5184646" y="3932372"/>
            <a:ext cx="6245352"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a:extLst>
              <a:ext uri="{FF2B5EF4-FFF2-40B4-BE49-F238E27FC236}">
                <a16:creationId xmlns:a16="http://schemas.microsoft.com/office/drawing/2014/main" id="{D76B63AE-38FF-40DD-A543-32DD98E6BDB2}"/>
              </a:ext>
            </a:extLst>
          </p:cNvPr>
          <p:cNvSpPr>
            <a:spLocks noGrp="1"/>
          </p:cNvSpPr>
          <p:nvPr>
            <p:ph type="title"/>
          </p:nvPr>
        </p:nvSpPr>
        <p:spPr/>
        <p:txBody>
          <a:body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C686C0EB-E082-4BAB-99E8-B42F3C28B20F}"/>
              </a:ext>
            </a:extLst>
          </p:cNvPr>
          <p:cNvSpPr>
            <a:spLocks noGrp="1"/>
          </p:cNvSpPr>
          <p:nvPr>
            <p:ph type="dt" sz="half" idx="10"/>
          </p:nvPr>
        </p:nvSpPr>
        <p:spPr/>
        <p:txBody>
          <a:bodyPr/>
          <a:lstStyle/>
          <a:p>
            <a:pPr algn="r"/>
            <a:fld id="{53BEF823-48A5-43FC-BE03-E79964288B41}" type="datetimeFigureOut">
              <a:rPr lang="en-US" smtClean="0"/>
              <a:pPr algn="r"/>
              <a:t>4/20/2025</a:t>
            </a:fld>
            <a:endParaRPr lang="en-US" dirty="0"/>
          </a:p>
        </p:txBody>
      </p:sp>
      <p:sp>
        <p:nvSpPr>
          <p:cNvPr id="13" name="Footer Placeholder 12">
            <a:extLst>
              <a:ext uri="{FF2B5EF4-FFF2-40B4-BE49-F238E27FC236}">
                <a16:creationId xmlns:a16="http://schemas.microsoft.com/office/drawing/2014/main" id="{B3CB0152-BA1F-48C7-A66F-3ADB51C94B97}"/>
              </a:ext>
            </a:extLst>
          </p:cNvPr>
          <p:cNvSpPr>
            <a:spLocks noGrp="1"/>
          </p:cNvSpPr>
          <p:nvPr>
            <p:ph type="ftr" sz="quarter" idx="11"/>
          </p:nvPr>
        </p:nvSpPr>
        <p:spPr/>
        <p:txBody>
          <a:bodyPr/>
          <a:lstStyle/>
          <a:p>
            <a:pPr algn="l"/>
            <a:endParaRPr lang="en-US" dirty="0"/>
          </a:p>
        </p:txBody>
      </p:sp>
      <p:sp>
        <p:nvSpPr>
          <p:cNvPr id="14" name="Slide Number Placeholder 13">
            <a:extLst>
              <a:ext uri="{FF2B5EF4-FFF2-40B4-BE49-F238E27FC236}">
                <a16:creationId xmlns:a16="http://schemas.microsoft.com/office/drawing/2014/main" id="{BD1C21B3-5CF6-415F-8295-EED3DF5CB55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950823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70D5-4EB9-4410-A8AE-6D85F19239FF}"/>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5887FB59-BA77-4864-B9E8-994851250CB4}"/>
              </a:ext>
            </a:extLst>
          </p:cNvPr>
          <p:cNvSpPr>
            <a:spLocks noGrp="1"/>
          </p:cNvSpPr>
          <p:nvPr>
            <p:ph type="dt" sz="half" idx="10"/>
          </p:nvPr>
        </p:nvSpPr>
        <p:spPr/>
        <p:txBody>
          <a:bodyPr/>
          <a:lstStyle/>
          <a:p>
            <a:pPr algn="r"/>
            <a:fld id="{53BEF823-48A5-43FC-BE03-E79964288B41}" type="datetimeFigureOut">
              <a:rPr lang="en-US" smtClean="0"/>
              <a:pPr algn="r"/>
              <a:t>4/20/2025</a:t>
            </a:fld>
            <a:endParaRPr lang="en-US" dirty="0"/>
          </a:p>
        </p:txBody>
      </p:sp>
      <p:sp>
        <p:nvSpPr>
          <p:cNvPr id="7" name="Footer Placeholder 6">
            <a:extLst>
              <a:ext uri="{FF2B5EF4-FFF2-40B4-BE49-F238E27FC236}">
                <a16:creationId xmlns:a16="http://schemas.microsoft.com/office/drawing/2014/main" id="{B6F0BC0B-BA67-455B-B567-1473DF0628BE}"/>
              </a:ext>
            </a:extLst>
          </p:cNvPr>
          <p:cNvSpPr>
            <a:spLocks noGrp="1"/>
          </p:cNvSpPr>
          <p:nvPr>
            <p:ph type="ftr" sz="quarter" idx="11"/>
          </p:nvPr>
        </p:nvSpPr>
        <p:spPr/>
        <p:txBody>
          <a:bodyPr/>
          <a:lstStyle/>
          <a:p>
            <a:pPr algn="l"/>
            <a:endParaRPr lang="en-US" dirty="0"/>
          </a:p>
        </p:txBody>
      </p:sp>
      <p:sp>
        <p:nvSpPr>
          <p:cNvPr id="8" name="Slide Number Placeholder 7">
            <a:extLst>
              <a:ext uri="{FF2B5EF4-FFF2-40B4-BE49-F238E27FC236}">
                <a16:creationId xmlns:a16="http://schemas.microsoft.com/office/drawing/2014/main" id="{2CF0BCF3-6FB5-4529-AA6A-A31467351EF5}"/>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427934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BF1315B-6865-4A5A-91C1-B75339038903}"/>
              </a:ext>
            </a:extLst>
          </p:cNvPr>
          <p:cNvSpPr>
            <a:spLocks noGrp="1"/>
          </p:cNvSpPr>
          <p:nvPr>
            <p:ph type="dt" sz="half" idx="10"/>
          </p:nvPr>
        </p:nvSpPr>
        <p:spPr/>
        <p:txBody>
          <a:bodyPr/>
          <a:lstStyle/>
          <a:p>
            <a:pPr algn="r"/>
            <a:fld id="{53BEF823-48A5-43FC-BE03-E79964288B41}" type="datetimeFigureOut">
              <a:rPr lang="en-US" smtClean="0"/>
              <a:pPr algn="r"/>
              <a:t>4/20/2025</a:t>
            </a:fld>
            <a:endParaRPr lang="en-US" dirty="0"/>
          </a:p>
        </p:txBody>
      </p:sp>
      <p:sp>
        <p:nvSpPr>
          <p:cNvPr id="6" name="Footer Placeholder 5">
            <a:extLst>
              <a:ext uri="{FF2B5EF4-FFF2-40B4-BE49-F238E27FC236}">
                <a16:creationId xmlns:a16="http://schemas.microsoft.com/office/drawing/2014/main" id="{DD536720-08C7-43DE-8EB5-CAB52D0E96B1}"/>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6D2477AF-B012-491C-AE42-22DE1203BE8D}"/>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01364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183AC-72A9-43F5-A1B3-1D7A6A4C7EEB}"/>
              </a:ext>
            </a:extLst>
          </p:cNvPr>
          <p:cNvSpPr>
            <a:spLocks noGrp="1"/>
          </p:cNvSpPr>
          <p:nvPr>
            <p:ph idx="1"/>
          </p:nvPr>
        </p:nvSpPr>
        <p:spPr>
          <a:xfrm>
            <a:off x="5183188" y="758951"/>
            <a:ext cx="6245352" cy="4754881"/>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4045592-52ED-4270-ACBB-BCC528DAC407}"/>
              </a:ext>
            </a:extLst>
          </p:cNvPr>
          <p:cNvSpPr>
            <a:spLocks noGrp="1"/>
          </p:cNvSpPr>
          <p:nvPr>
            <p:ph type="body" sz="half" idx="2"/>
          </p:nvPr>
        </p:nvSpPr>
        <p:spPr>
          <a:xfrm>
            <a:off x="758953" y="3815080"/>
            <a:ext cx="3831336" cy="169875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99A93518-F9B5-418F-9883-BEF8359B045A}"/>
              </a:ext>
            </a:extLst>
          </p:cNvPr>
          <p:cNvSpPr>
            <a:spLocks noGrp="1"/>
          </p:cNvSpPr>
          <p:nvPr>
            <p:ph type="dt" sz="half" idx="10"/>
          </p:nvPr>
        </p:nvSpPr>
        <p:spPr/>
        <p:txBody>
          <a:bodyPr/>
          <a:lstStyle/>
          <a:p>
            <a:pPr algn="r"/>
            <a:fld id="{53BEF823-48A5-43FC-BE03-E79964288B41}" type="datetimeFigureOut">
              <a:rPr lang="en-US" smtClean="0"/>
              <a:pPr algn="r"/>
              <a:t>4/20/2025</a:t>
            </a:fld>
            <a:endParaRPr lang="en-US" dirty="0"/>
          </a:p>
        </p:txBody>
      </p:sp>
      <p:sp>
        <p:nvSpPr>
          <p:cNvPr id="10" name="Footer Placeholder 9">
            <a:extLst>
              <a:ext uri="{FF2B5EF4-FFF2-40B4-BE49-F238E27FC236}">
                <a16:creationId xmlns:a16="http://schemas.microsoft.com/office/drawing/2014/main" id="{27B9FFE7-C4AB-425B-9B56-E412C72212A0}"/>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59231052-EBA8-4781-B28A-2FEA8BE523F3}"/>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CBDBF9E7-F686-4FA1-9BA5-69BDD014B0D3}"/>
              </a:ext>
            </a:extLst>
          </p:cNvPr>
          <p:cNvSpPr>
            <a:spLocks noGrp="1"/>
          </p:cNvSpPr>
          <p:nvPr>
            <p:ph type="title"/>
          </p:nvPr>
        </p:nvSpPr>
        <p:spPr>
          <a:xfrm>
            <a:off x="758952" y="758952"/>
            <a:ext cx="3831336" cy="2930179"/>
          </a:xfrm>
        </p:spPr>
        <p:txBody>
          <a:bodyPr/>
          <a:lstStyle/>
          <a:p>
            <a:r>
              <a:rPr lang="en-US"/>
              <a:t>Click to edit Master title style</a:t>
            </a:r>
            <a:endParaRPr lang="en-US" dirty="0"/>
          </a:p>
        </p:txBody>
      </p:sp>
    </p:spTree>
    <p:extLst>
      <p:ext uri="{BB962C8B-B14F-4D97-AF65-F5344CB8AC3E}">
        <p14:creationId xmlns:p14="http://schemas.microsoft.com/office/powerpoint/2010/main" val="4277917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16CF06-B27C-4DC4-981D-38E31997BD16}"/>
              </a:ext>
            </a:extLst>
          </p:cNvPr>
          <p:cNvSpPr>
            <a:spLocks noGrp="1"/>
          </p:cNvSpPr>
          <p:nvPr>
            <p:ph type="pic" idx="1"/>
          </p:nvPr>
        </p:nvSpPr>
        <p:spPr>
          <a:xfrm>
            <a:off x="5183188" y="758951"/>
            <a:ext cx="6245352" cy="4754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1976E66-2CB3-4F47-97F6-077C42818316}"/>
              </a:ext>
            </a:extLst>
          </p:cNvPr>
          <p:cNvSpPr>
            <a:spLocks noGrp="1"/>
          </p:cNvSpPr>
          <p:nvPr>
            <p:ph type="body" sz="half" idx="2"/>
          </p:nvPr>
        </p:nvSpPr>
        <p:spPr>
          <a:xfrm>
            <a:off x="758952" y="3794760"/>
            <a:ext cx="3831336" cy="1719072"/>
          </a:xfrm>
        </p:spPr>
        <p:txBody>
          <a:bodyPr>
            <a:normAutofit/>
          </a:bodyPr>
          <a:lstStyle>
            <a:lvl1pPr marL="0" indent="0">
              <a:buNone/>
              <a:defRPr sz="20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71414C9F-CBBD-4D5E-A831-BC0CDFEBCEF3}"/>
              </a:ext>
            </a:extLst>
          </p:cNvPr>
          <p:cNvSpPr>
            <a:spLocks noGrp="1"/>
          </p:cNvSpPr>
          <p:nvPr>
            <p:ph type="dt" sz="half" idx="10"/>
          </p:nvPr>
        </p:nvSpPr>
        <p:spPr/>
        <p:txBody>
          <a:bodyPr/>
          <a:lstStyle/>
          <a:p>
            <a:pPr algn="r"/>
            <a:fld id="{53BEF823-48A5-43FC-BE03-E79964288B41}" type="datetimeFigureOut">
              <a:rPr lang="en-US" smtClean="0"/>
              <a:pPr algn="r"/>
              <a:t>4/20/2025</a:t>
            </a:fld>
            <a:endParaRPr lang="en-US" dirty="0"/>
          </a:p>
        </p:txBody>
      </p:sp>
      <p:sp>
        <p:nvSpPr>
          <p:cNvPr id="10" name="Footer Placeholder 9">
            <a:extLst>
              <a:ext uri="{FF2B5EF4-FFF2-40B4-BE49-F238E27FC236}">
                <a16:creationId xmlns:a16="http://schemas.microsoft.com/office/drawing/2014/main" id="{F58DC0C8-B580-442D-8DAC-4F0F869B1F1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1B0D29E8-DFEE-49AB-83AF-85FF25252A3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D0EAAF1B-6B6E-4D37-8F57-E403C6371A00}"/>
              </a:ext>
            </a:extLst>
          </p:cNvPr>
          <p:cNvSpPr>
            <a:spLocks noGrp="1"/>
          </p:cNvSpPr>
          <p:nvPr>
            <p:ph type="title"/>
          </p:nvPr>
        </p:nvSpPr>
        <p:spPr>
          <a:xfrm>
            <a:off x="758952" y="758952"/>
            <a:ext cx="3831336" cy="2926080"/>
          </a:xfrm>
        </p:spPr>
        <p:txBody>
          <a:bodyPr/>
          <a:lstStyle/>
          <a:p>
            <a:r>
              <a:rPr lang="en-US"/>
              <a:t>Click to edit Master title style</a:t>
            </a:r>
            <a:endParaRPr lang="en-US" dirty="0"/>
          </a:p>
        </p:txBody>
      </p:sp>
    </p:spTree>
    <p:extLst>
      <p:ext uri="{BB962C8B-B14F-4D97-AF65-F5344CB8AC3E}">
        <p14:creationId xmlns:p14="http://schemas.microsoft.com/office/powerpoint/2010/main" val="357605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9FCF-ACDF-495D-ACFA-15FCAC9EA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3786E3-AB17-427E-8EF8-7FCB671A1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3B4E9-7A16-448C-8BE6-B14941A34857}"/>
              </a:ext>
            </a:extLst>
          </p:cNvPr>
          <p:cNvSpPr>
            <a:spLocks noGrp="1"/>
          </p:cNvSpPr>
          <p:nvPr>
            <p:ph type="dt" sz="half" idx="10"/>
          </p:nvPr>
        </p:nvSpPr>
        <p:spPr/>
        <p:txBody>
          <a:bodyPr/>
          <a:lstStyle/>
          <a:p>
            <a:pPr algn="r"/>
            <a:fld id="{53BEF823-48A5-43FC-BE03-E79964288B41}" type="datetimeFigureOut">
              <a:rPr lang="en-US" smtClean="0"/>
              <a:pPr algn="r"/>
              <a:t>4/20/2025</a:t>
            </a:fld>
            <a:endParaRPr lang="en-US" dirty="0"/>
          </a:p>
        </p:txBody>
      </p:sp>
      <p:sp>
        <p:nvSpPr>
          <p:cNvPr id="8" name="Footer Placeholder 7">
            <a:extLst>
              <a:ext uri="{FF2B5EF4-FFF2-40B4-BE49-F238E27FC236}">
                <a16:creationId xmlns:a16="http://schemas.microsoft.com/office/drawing/2014/main" id="{579212F5-5835-49FF-836F-5E3008A0EDB1}"/>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DE9D492B-E5EE-4D24-A087-57D739CFACE8}"/>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33128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1E395-94BD-4E79-8E42-9CD4EB33CA60}"/>
              </a:ext>
            </a:extLst>
          </p:cNvPr>
          <p:cNvSpPr>
            <a:spLocks noGrp="1"/>
          </p:cNvSpPr>
          <p:nvPr>
            <p:ph type="title" orient="vert"/>
          </p:nvPr>
        </p:nvSpPr>
        <p:spPr>
          <a:xfrm>
            <a:off x="8475542" y="758952"/>
            <a:ext cx="2954458" cy="4986002"/>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79AA8A4-66BC-4E80-ABE3-F533F82B88CA}"/>
              </a:ext>
            </a:extLst>
          </p:cNvPr>
          <p:cNvSpPr>
            <a:spLocks noGrp="1"/>
          </p:cNvSpPr>
          <p:nvPr>
            <p:ph type="body" orient="vert" idx="1"/>
          </p:nvPr>
        </p:nvSpPr>
        <p:spPr>
          <a:xfrm>
            <a:off x="758952" y="758952"/>
            <a:ext cx="7407586" cy="49860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DDA4EA6-6A1A-48ED-9D79-A438561C7E79}"/>
              </a:ext>
            </a:extLst>
          </p:cNvPr>
          <p:cNvSpPr>
            <a:spLocks noGrp="1"/>
          </p:cNvSpPr>
          <p:nvPr>
            <p:ph type="dt" sz="half" idx="10"/>
          </p:nvPr>
        </p:nvSpPr>
        <p:spPr/>
        <p:txBody>
          <a:bodyPr/>
          <a:lstStyle/>
          <a:p>
            <a:pPr algn="r"/>
            <a:fld id="{53BEF823-48A5-43FC-BE03-E79964288B41}" type="datetimeFigureOut">
              <a:rPr lang="en-US" smtClean="0"/>
              <a:pPr algn="r"/>
              <a:t>4/20/2025</a:t>
            </a:fld>
            <a:endParaRPr lang="en-US" dirty="0"/>
          </a:p>
        </p:txBody>
      </p:sp>
      <p:sp>
        <p:nvSpPr>
          <p:cNvPr id="8" name="Footer Placeholder 7">
            <a:extLst>
              <a:ext uri="{FF2B5EF4-FFF2-40B4-BE49-F238E27FC236}">
                <a16:creationId xmlns:a16="http://schemas.microsoft.com/office/drawing/2014/main" id="{F049B2BA-9250-4EBF-8820-10BDA5C1C62B}"/>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1F914475-55F3-4C46-BAE2-E4D93E9E3781}"/>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505456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6" title="Page Number Shape">
            <a:extLst>
              <a:ext uri="{FF2B5EF4-FFF2-40B4-BE49-F238E27FC236}">
                <a16:creationId xmlns:a16="http://schemas.microsoft.com/office/drawing/2014/main" id="{72411438-92A5-42B0-9C54-EA4FB32ACB5E}"/>
              </a:ext>
            </a:extLst>
          </p:cNvPr>
          <p:cNvSpPr/>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p:nvSpPr>
          <p:cNvPr id="2" name="Title Placeholder 1">
            <a:extLst>
              <a:ext uri="{FF2B5EF4-FFF2-40B4-BE49-F238E27FC236}">
                <a16:creationId xmlns:a16="http://schemas.microsoft.com/office/drawing/2014/main" id="{0D56E4D8-47B6-4DEC-BD29-B3B6ED4CC739}"/>
              </a:ext>
            </a:extLst>
          </p:cNvPr>
          <p:cNvSpPr>
            <a:spLocks noGrp="1"/>
          </p:cNvSpPr>
          <p:nvPr>
            <p:ph type="title"/>
          </p:nvPr>
        </p:nvSpPr>
        <p:spPr>
          <a:xfrm>
            <a:off x="758952" y="758952"/>
            <a:ext cx="3831336" cy="47548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F0F5D4C-4873-4052-A294-99CCB9421C4A}"/>
              </a:ext>
            </a:extLst>
          </p:cNvPr>
          <p:cNvSpPr>
            <a:spLocks noGrp="1"/>
          </p:cNvSpPr>
          <p:nvPr>
            <p:ph type="body" idx="1"/>
          </p:nvPr>
        </p:nvSpPr>
        <p:spPr>
          <a:xfrm>
            <a:off x="5184648" y="758952"/>
            <a:ext cx="6245352" cy="47548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1D62B3-3490-46B4-A10E-33FCE4A1FBB5}"/>
              </a:ext>
            </a:extLst>
          </p:cNvPr>
          <p:cNvSpPr>
            <a:spLocks noGrp="1"/>
          </p:cNvSpPr>
          <p:nvPr>
            <p:ph type="dt" sz="half" idx="2"/>
          </p:nvPr>
        </p:nvSpPr>
        <p:spPr>
          <a:xfrm>
            <a:off x="7616952" y="6007608"/>
            <a:ext cx="3813048" cy="365125"/>
          </a:xfrm>
          <a:prstGeom prst="rect">
            <a:avLst/>
          </a:prstGeom>
        </p:spPr>
        <p:txBody>
          <a:bodyPr vert="horz" lIns="91440" tIns="45720" rIns="91440" bIns="45720" rtlCol="0" anchor="ctr"/>
          <a:lstStyle>
            <a:lvl1pPr algn="r">
              <a:defRPr sz="1000" spc="50" baseline="0">
                <a:solidFill>
                  <a:schemeClr val="tx1">
                    <a:lumMod val="85000"/>
                    <a:lumOff val="15000"/>
                  </a:schemeClr>
                </a:solidFill>
              </a:defRPr>
            </a:lvl1pPr>
          </a:lstStyle>
          <a:p>
            <a:pPr algn="r"/>
            <a:fld id="{53BEF823-48A5-43FC-BE03-E79964288B41}" type="datetimeFigureOut">
              <a:rPr lang="en-US" smtClean="0"/>
              <a:pPr algn="r"/>
              <a:t>4/20/2025</a:t>
            </a:fld>
            <a:endParaRPr lang="en-US" dirty="0"/>
          </a:p>
        </p:txBody>
      </p:sp>
      <p:sp>
        <p:nvSpPr>
          <p:cNvPr id="5" name="Footer Placeholder 4">
            <a:extLst>
              <a:ext uri="{FF2B5EF4-FFF2-40B4-BE49-F238E27FC236}">
                <a16:creationId xmlns:a16="http://schemas.microsoft.com/office/drawing/2014/main" id="{97424CB1-7D5F-4F52-9F99-7068F5819E8C}"/>
              </a:ext>
            </a:extLst>
          </p:cNvPr>
          <p:cNvSpPr>
            <a:spLocks noGrp="1"/>
          </p:cNvSpPr>
          <p:nvPr>
            <p:ph type="ftr" sz="quarter" idx="3"/>
          </p:nvPr>
        </p:nvSpPr>
        <p:spPr>
          <a:xfrm>
            <a:off x="758952" y="6007608"/>
            <a:ext cx="3831336" cy="365125"/>
          </a:xfrm>
          <a:prstGeom prst="rect">
            <a:avLst/>
          </a:prstGeom>
        </p:spPr>
        <p:txBody>
          <a:bodyPr vert="horz" lIns="91440" tIns="45720" rIns="91440" bIns="45720" rtlCol="0" anchor="ctr"/>
          <a:lstStyle>
            <a:lvl1pPr algn="l">
              <a:defRPr sz="1000" spc="50" baseline="0">
                <a:solidFill>
                  <a:schemeClr val="tx1">
                    <a:lumMod val="85000"/>
                    <a:lumOff val="15000"/>
                  </a:schemeClr>
                </a:solidFill>
              </a:defRPr>
            </a:lvl1pPr>
          </a:lstStyle>
          <a:p>
            <a:pPr algn="l"/>
            <a:endParaRPr lang="en-US" dirty="0"/>
          </a:p>
        </p:txBody>
      </p:sp>
      <p:sp>
        <p:nvSpPr>
          <p:cNvPr id="6" name="Slide Number Placeholder 5">
            <a:extLst>
              <a:ext uri="{FF2B5EF4-FFF2-40B4-BE49-F238E27FC236}">
                <a16:creationId xmlns:a16="http://schemas.microsoft.com/office/drawing/2014/main" id="{1A1F9CC9-1431-4569-B2F1-D04814955381}"/>
              </a:ext>
            </a:extLst>
          </p:cNvPr>
          <p:cNvSpPr>
            <a:spLocks noGrp="1"/>
          </p:cNvSpPr>
          <p:nvPr>
            <p:ph type="sldNum" sz="quarter" idx="4"/>
          </p:nvPr>
        </p:nvSpPr>
        <p:spPr>
          <a:xfrm>
            <a:off x="11786616" y="6007608"/>
            <a:ext cx="411480" cy="365125"/>
          </a:xfrm>
          <a:prstGeom prst="rect">
            <a:avLst/>
          </a:prstGeom>
        </p:spPr>
        <p:txBody>
          <a:bodyPr vert="horz" lIns="45720" tIns="45720" rIns="45720" bIns="45720" rtlCol="0" anchor="ctr"/>
          <a:lstStyle>
            <a:lvl1pPr algn="r">
              <a:defRPr sz="900" b="1">
                <a:solidFill>
                  <a:schemeClr val="bg1"/>
                </a:solidFill>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32778167"/>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0" r:id="rId6"/>
    <p:sldLayoutId id="2147483726" r:id="rId7"/>
    <p:sldLayoutId id="2147483727" r:id="rId8"/>
    <p:sldLayoutId id="2147483728" r:id="rId9"/>
    <p:sldLayoutId id="2147483729" r:id="rId10"/>
    <p:sldLayoutId id="2147483731" r:id="rId11"/>
  </p:sldLayoutIdLst>
  <p:txStyles>
    <p:title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p:titleStyle>
    <p:body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78992" y="1143000"/>
            <a:ext cx="5920896" cy="3546179"/>
          </a:xfrm>
        </p:spPr>
        <p:txBody>
          <a:bodyPr>
            <a:normAutofit/>
          </a:bodyPr>
          <a:lstStyle/>
          <a:p>
            <a:r>
              <a:rPr lang="en-US" sz="6100">
                <a:ea typeface="+mj-lt"/>
                <a:cs typeface="+mj-lt"/>
              </a:rPr>
              <a:t>SpaceVoyage: Exploring space with AI innovation</a:t>
            </a:r>
            <a:endParaRPr lang="en-US" sz="6100"/>
          </a:p>
        </p:txBody>
      </p:sp>
      <p:cxnSp>
        <p:nvCxnSpPr>
          <p:cNvPr id="11" name="Straight Connector 10">
            <a:extLst>
              <a:ext uri="{FF2B5EF4-FFF2-40B4-BE49-F238E27FC236}">
                <a16:creationId xmlns:a16="http://schemas.microsoft.com/office/drawing/2014/main" id="{D81E42A3-743C-4C15-9DA8-93AA9AEBFB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143293"/>
            <a:ext cx="0" cy="57147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A35BC32-F491-6B4E-548F-8F9B3F263AA6}"/>
              </a:ext>
            </a:extLst>
          </p:cNvPr>
          <p:cNvPicPr>
            <a:picLocks noChangeAspect="1"/>
          </p:cNvPicPr>
          <p:nvPr/>
        </p:nvPicPr>
        <p:blipFill>
          <a:blip r:embed="rId2"/>
          <a:srcRect l="15004" r="17414" b="11"/>
          <a:stretch/>
        </p:blipFill>
        <p:spPr>
          <a:xfrm>
            <a:off x="7556686" y="10"/>
            <a:ext cx="4635314" cy="6857990"/>
          </a:xfrm>
          <a:prstGeom prst="rect">
            <a:avLst/>
          </a:prstGeom>
        </p:spPr>
      </p:pic>
      <p:sp>
        <p:nvSpPr>
          <p:cNvPr id="13" name="Freeform 6">
            <a:extLst>
              <a:ext uri="{FF2B5EF4-FFF2-40B4-BE49-F238E27FC236}">
                <a16:creationId xmlns:a16="http://schemas.microsoft.com/office/drawing/2014/main" id="{7021D92D-08FF-45A6-9109-AC9462C7E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43293"/>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17" name="Freeform 6">
            <a:extLst>
              <a:ext uri="{FF2B5EF4-FFF2-40B4-BE49-F238E27FC236}">
                <a16:creationId xmlns:a16="http://schemas.microsoft.com/office/drawing/2014/main" id="{DD4C4B28-6B4B-4445-8535-F516D74E4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19" name="Straight Connector 18">
            <a:extLst>
              <a:ext uri="{FF2B5EF4-FFF2-40B4-BE49-F238E27FC236}">
                <a16:creationId xmlns:a16="http://schemas.microsoft.com/office/drawing/2014/main" id="{0CB1C732-7193-4253-8746-850D090A6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51884B-5BB5-E9C2-D69F-37DF65D07C2B}"/>
              </a:ext>
            </a:extLst>
          </p:cNvPr>
          <p:cNvSpPr>
            <a:spLocks noGrp="1"/>
          </p:cNvSpPr>
          <p:nvPr>
            <p:ph type="title"/>
          </p:nvPr>
        </p:nvSpPr>
        <p:spPr>
          <a:xfrm>
            <a:off x="1078994" y="1143000"/>
            <a:ext cx="4358472" cy="3730752"/>
          </a:xfrm>
        </p:spPr>
        <p:txBody>
          <a:bodyPr vert="horz" lIns="91440" tIns="45720" rIns="91440" bIns="45720" rtlCol="0" anchor="t">
            <a:normAutofit/>
          </a:bodyPr>
          <a:lstStyle/>
          <a:p>
            <a:r>
              <a:rPr lang="en-US" sz="7200" i="1" kern="1200" spc="100" baseline="0" dirty="0">
                <a:solidFill>
                  <a:schemeClr val="tx1">
                    <a:lumMod val="85000"/>
                    <a:lumOff val="15000"/>
                  </a:schemeClr>
                </a:solidFill>
                <a:latin typeface="+mj-lt"/>
                <a:ea typeface="+mj-ea"/>
                <a:cs typeface="+mj-cs"/>
              </a:rPr>
              <a:t>CORE TEAM MEMBERS</a:t>
            </a:r>
          </a:p>
        </p:txBody>
      </p:sp>
      <p:cxnSp>
        <p:nvCxnSpPr>
          <p:cNvPr id="23" name="Straight Connector 22">
            <a:extLst>
              <a:ext uri="{FF2B5EF4-FFF2-40B4-BE49-F238E27FC236}">
                <a16:creationId xmlns:a16="http://schemas.microsoft.com/office/drawing/2014/main" id="{D81E42A3-743C-4C15-9DA8-93AA9AEBFB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143293"/>
            <a:ext cx="0" cy="5714707"/>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25" name="Freeform 6">
            <a:extLst>
              <a:ext uri="{FF2B5EF4-FFF2-40B4-BE49-F238E27FC236}">
                <a16:creationId xmlns:a16="http://schemas.microsoft.com/office/drawing/2014/main" id="{7021D92D-08FF-45A6-9109-AC9462C7E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43293"/>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graphicFrame>
        <p:nvGraphicFramePr>
          <p:cNvPr id="5" name="Content Placeholder 4">
            <a:extLst>
              <a:ext uri="{FF2B5EF4-FFF2-40B4-BE49-F238E27FC236}">
                <a16:creationId xmlns:a16="http://schemas.microsoft.com/office/drawing/2014/main" id="{784BB772-BE6C-FC6E-3019-6220516CEE0B}"/>
              </a:ext>
            </a:extLst>
          </p:cNvPr>
          <p:cNvGraphicFramePr>
            <a:graphicFrameLocks noGrp="1"/>
          </p:cNvGraphicFramePr>
          <p:nvPr>
            <p:ph idx="1"/>
          </p:nvPr>
        </p:nvGraphicFramePr>
        <p:xfrm>
          <a:off x="6080933" y="1086126"/>
          <a:ext cx="5349067" cy="4691496"/>
        </p:xfrm>
        <a:graphic>
          <a:graphicData uri="http://schemas.openxmlformats.org/drawingml/2006/table">
            <a:tbl>
              <a:tblPr firstRow="1" bandRow="1">
                <a:solidFill>
                  <a:schemeClr val="bg1">
                    <a:lumMod val="95000"/>
                  </a:schemeClr>
                </a:solidFill>
                <a:tableStyleId>{5C22544A-7EE6-4342-B048-85BDC9FD1C3A}</a:tableStyleId>
              </a:tblPr>
              <a:tblGrid>
                <a:gridCol w="3193217">
                  <a:extLst>
                    <a:ext uri="{9D8B030D-6E8A-4147-A177-3AD203B41FA5}">
                      <a16:colId xmlns:a16="http://schemas.microsoft.com/office/drawing/2014/main" val="2215371291"/>
                    </a:ext>
                  </a:extLst>
                </a:gridCol>
                <a:gridCol w="2155850">
                  <a:extLst>
                    <a:ext uri="{9D8B030D-6E8A-4147-A177-3AD203B41FA5}">
                      <a16:colId xmlns:a16="http://schemas.microsoft.com/office/drawing/2014/main" val="592762416"/>
                    </a:ext>
                  </a:extLst>
                </a:gridCol>
              </a:tblGrid>
              <a:tr h="713001">
                <a:tc>
                  <a:txBody>
                    <a:bodyPr/>
                    <a:lstStyle/>
                    <a:p>
                      <a:pPr>
                        <a:spcBef>
                          <a:spcPts val="1200"/>
                        </a:spcBef>
                        <a:spcAft>
                          <a:spcPts val="1200"/>
                        </a:spcAft>
                        <a:buNone/>
                      </a:pPr>
                      <a:r>
                        <a:rPr lang="en-US" sz="2600" b="0" cap="none" spc="0">
                          <a:solidFill>
                            <a:schemeClr val="bg1"/>
                          </a:solidFill>
                          <a:effectLst/>
                          <a:latin typeface="Times New Roman" panose="02020603050405020304" pitchFamily="18" charset="0"/>
                          <a:ea typeface="Times New Roman" panose="02020603050405020304" pitchFamily="18" charset="0"/>
                        </a:rPr>
                        <a:t>Team Member </a:t>
                      </a:r>
                      <a:endParaRPr lang="en-US" sz="2600" b="0" cap="none" spc="0">
                        <a:solidFill>
                          <a:schemeClr val="bg1"/>
                        </a:solidFill>
                        <a:effectLst/>
                      </a:endParaRPr>
                    </a:p>
                  </a:txBody>
                  <a:tcPr marL="103997" marR="103997" marT="149755" marB="103997" anchor="ctr">
                    <a:lnL w="12700" cmpd="sng">
                      <a:noFill/>
                    </a:lnL>
                    <a:lnR w="12700" cmpd="sng">
                      <a:noFill/>
                    </a:lnR>
                    <a:lnT w="19050" cap="flat" cmpd="sng" algn="ctr">
                      <a:noFill/>
                      <a:prstDash val="solid"/>
                    </a:lnT>
                    <a:lnB w="38100" cmpd="sng">
                      <a:noFill/>
                    </a:lnB>
                    <a:solidFill>
                      <a:schemeClr val="accent2"/>
                    </a:solidFill>
                  </a:tcPr>
                </a:tc>
                <a:tc>
                  <a:txBody>
                    <a:bodyPr/>
                    <a:lstStyle/>
                    <a:p>
                      <a:pPr>
                        <a:spcBef>
                          <a:spcPts val="1200"/>
                        </a:spcBef>
                        <a:spcAft>
                          <a:spcPts val="1200"/>
                        </a:spcAft>
                        <a:buNone/>
                      </a:pPr>
                      <a:r>
                        <a:rPr lang="en-US" sz="2600" b="0" cap="none" spc="0">
                          <a:solidFill>
                            <a:schemeClr val="bg1"/>
                          </a:solidFill>
                          <a:effectLst/>
                          <a:latin typeface="Times New Roman" panose="02020603050405020304" pitchFamily="18" charset="0"/>
                          <a:ea typeface="Times New Roman" panose="02020603050405020304" pitchFamily="18" charset="0"/>
                        </a:rPr>
                        <a:t>Project Role </a:t>
                      </a:r>
                      <a:endParaRPr lang="en-US" sz="2600" b="0" cap="none" spc="0">
                        <a:solidFill>
                          <a:schemeClr val="bg1"/>
                        </a:solidFill>
                        <a:effectLst/>
                      </a:endParaRPr>
                    </a:p>
                  </a:txBody>
                  <a:tcPr marL="103997" marR="103997" marT="149755" marB="103997"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3848660839"/>
                  </a:ext>
                </a:extLst>
              </a:tr>
              <a:tr h="613164">
                <a:tc>
                  <a:txBody>
                    <a:bodyPr/>
                    <a:lstStyle/>
                    <a:p>
                      <a:pPr>
                        <a:buNone/>
                      </a:pPr>
                      <a:r>
                        <a:rPr lang="en-US" sz="2000" cap="none" spc="0">
                          <a:solidFill>
                            <a:schemeClr val="tx1"/>
                          </a:solidFill>
                          <a:effectLst/>
                          <a:latin typeface="Times New Roman" panose="02020603050405020304" pitchFamily="18" charset="0"/>
                          <a:ea typeface="Times New Roman" panose="02020603050405020304" pitchFamily="18" charset="0"/>
                        </a:rPr>
                        <a:t>Deepthi Peddisetti</a:t>
                      </a:r>
                      <a:endParaRPr lang="en-US" sz="2000" cap="none" spc="0">
                        <a:solidFill>
                          <a:schemeClr val="tx1"/>
                        </a:solidFill>
                        <a:effectLst/>
                      </a:endParaRPr>
                    </a:p>
                  </a:txBody>
                  <a:tcPr marL="103997" marR="103997" marT="149755" marB="103997">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2000" cap="none" spc="0">
                          <a:solidFill>
                            <a:schemeClr val="tx1"/>
                          </a:solidFill>
                          <a:effectLst/>
                          <a:latin typeface="Times New Roman" panose="02020603050405020304" pitchFamily="18" charset="0"/>
                          <a:cs typeface="Arial" panose="020B0604020202020204" pitchFamily="34" charset="0"/>
                        </a:rPr>
                        <a:t>Project manager</a:t>
                      </a:r>
                      <a:endParaRPr lang="en-US" sz="2000" cap="none" spc="0">
                        <a:solidFill>
                          <a:schemeClr val="tx1"/>
                        </a:solidFill>
                        <a:effectLst/>
                      </a:endParaRPr>
                    </a:p>
                  </a:txBody>
                  <a:tcPr marL="103997" marR="103997" marT="149755" marB="103997"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1297821401"/>
                  </a:ext>
                </a:extLst>
              </a:tr>
              <a:tr h="613164">
                <a:tc>
                  <a:txBody>
                    <a:bodyPr/>
                    <a:lstStyle/>
                    <a:p>
                      <a:pPr>
                        <a:buNone/>
                      </a:pPr>
                      <a:r>
                        <a:rPr lang="en-US" sz="2000" cap="none" spc="0">
                          <a:solidFill>
                            <a:schemeClr val="tx1"/>
                          </a:solidFill>
                          <a:effectLst/>
                          <a:latin typeface="Times New Roman" panose="02020603050405020304" pitchFamily="18" charset="0"/>
                          <a:ea typeface="Times New Roman" panose="02020603050405020304" pitchFamily="18" charset="0"/>
                        </a:rPr>
                        <a:t>Devineni Asritha</a:t>
                      </a:r>
                      <a:endParaRPr lang="en-US" sz="2000" cap="none" spc="0">
                        <a:solidFill>
                          <a:schemeClr val="tx1"/>
                        </a:solidFill>
                        <a:effectLst/>
                      </a:endParaRPr>
                    </a:p>
                  </a:txBody>
                  <a:tcPr marL="103997" marR="103997" marT="149755" marB="103997">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2000" cap="none" spc="0">
                          <a:solidFill>
                            <a:schemeClr val="tx1"/>
                          </a:solidFill>
                          <a:effectLst/>
                          <a:latin typeface="Times New Roman" panose="02020603050405020304" pitchFamily="18" charset="0"/>
                          <a:cs typeface="Arial" panose="020B0604020202020204" pitchFamily="34" charset="0"/>
                        </a:rPr>
                        <a:t>AI specialist</a:t>
                      </a:r>
                      <a:endParaRPr lang="en-US" sz="2000" cap="none" spc="0">
                        <a:solidFill>
                          <a:schemeClr val="tx1"/>
                        </a:solidFill>
                        <a:effectLst/>
                      </a:endParaRPr>
                    </a:p>
                  </a:txBody>
                  <a:tcPr marL="103997" marR="103997" marT="149755" marB="103997"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1066228968"/>
                  </a:ext>
                </a:extLst>
              </a:tr>
              <a:tr h="912675">
                <a:tc>
                  <a:txBody>
                    <a:bodyPr/>
                    <a:lstStyle/>
                    <a:p>
                      <a:pPr>
                        <a:buNone/>
                      </a:pPr>
                      <a:r>
                        <a:rPr lang="en-US" sz="2000" cap="none" spc="0">
                          <a:solidFill>
                            <a:schemeClr val="tx1"/>
                          </a:solidFill>
                          <a:effectLst/>
                          <a:latin typeface="Times New Roman" panose="02020603050405020304" pitchFamily="18" charset="0"/>
                          <a:ea typeface="Times New Roman" panose="02020603050405020304" pitchFamily="18" charset="0"/>
                        </a:rPr>
                        <a:t>Gowtham Manikanta Chilukabathula</a:t>
                      </a:r>
                      <a:endParaRPr lang="en-US" sz="2000" cap="none" spc="0">
                        <a:solidFill>
                          <a:schemeClr val="tx1"/>
                        </a:solidFill>
                        <a:effectLst/>
                      </a:endParaRPr>
                    </a:p>
                  </a:txBody>
                  <a:tcPr marL="103997" marR="103997" marT="149755" marB="103997">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2000" cap="none" spc="0">
                          <a:solidFill>
                            <a:schemeClr val="tx1"/>
                          </a:solidFill>
                          <a:effectLst/>
                          <a:latin typeface="Times New Roman" panose="02020603050405020304" pitchFamily="18" charset="0"/>
                          <a:cs typeface="Arial" panose="020B0604020202020204" pitchFamily="34" charset="0"/>
                        </a:rPr>
                        <a:t>Data scientist</a:t>
                      </a:r>
                      <a:endParaRPr lang="en-US" sz="2000" cap="none" spc="0">
                        <a:solidFill>
                          <a:schemeClr val="tx1"/>
                        </a:solidFill>
                        <a:effectLst/>
                      </a:endParaRPr>
                    </a:p>
                  </a:txBody>
                  <a:tcPr marL="103997" marR="103997" marT="149755" marB="103997"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178952122"/>
                  </a:ext>
                </a:extLst>
              </a:tr>
              <a:tr h="613164">
                <a:tc>
                  <a:txBody>
                    <a:bodyPr/>
                    <a:lstStyle/>
                    <a:p>
                      <a:pPr>
                        <a:buNone/>
                      </a:pPr>
                      <a:r>
                        <a:rPr lang="en-US" sz="2000" cap="none" spc="0">
                          <a:solidFill>
                            <a:schemeClr val="tx1"/>
                          </a:solidFill>
                          <a:effectLst/>
                          <a:latin typeface="Times New Roman" panose="02020603050405020304" pitchFamily="18" charset="0"/>
                          <a:ea typeface="Times New Roman" panose="02020603050405020304" pitchFamily="18" charset="0"/>
                        </a:rPr>
                        <a:t>Venkateswarlu Jyogi</a:t>
                      </a:r>
                      <a:endParaRPr lang="en-US" sz="2000" cap="none" spc="0">
                        <a:solidFill>
                          <a:schemeClr val="tx1"/>
                        </a:solidFill>
                        <a:effectLst/>
                      </a:endParaRPr>
                    </a:p>
                  </a:txBody>
                  <a:tcPr marL="103997" marR="103997" marT="149755" marB="103997">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2000" cap="none" spc="0">
                          <a:solidFill>
                            <a:schemeClr val="tx1"/>
                          </a:solidFill>
                          <a:effectLst/>
                          <a:latin typeface="Times New Roman" panose="02020603050405020304" pitchFamily="18" charset="0"/>
                          <a:cs typeface="Arial" panose="020B0604020202020204" pitchFamily="34" charset="0"/>
                        </a:rPr>
                        <a:t>Space analyst</a:t>
                      </a:r>
                      <a:endParaRPr lang="en-US" sz="2000" cap="none" spc="0">
                        <a:solidFill>
                          <a:schemeClr val="tx1"/>
                        </a:solidFill>
                        <a:effectLst/>
                      </a:endParaRPr>
                    </a:p>
                  </a:txBody>
                  <a:tcPr marL="103997" marR="103997" marT="149755" marB="103997"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1325827581"/>
                  </a:ext>
                </a:extLst>
              </a:tr>
              <a:tr h="613164">
                <a:tc>
                  <a:txBody>
                    <a:bodyPr/>
                    <a:lstStyle/>
                    <a:p>
                      <a:pPr>
                        <a:buNone/>
                      </a:pPr>
                      <a:r>
                        <a:rPr lang="en-US" sz="2000" cap="none" spc="0">
                          <a:solidFill>
                            <a:schemeClr val="tx1"/>
                          </a:solidFill>
                          <a:effectLst/>
                          <a:latin typeface="Times New Roman" panose="02020603050405020304" pitchFamily="18" charset="0"/>
                          <a:ea typeface="Times New Roman" panose="02020603050405020304" pitchFamily="18" charset="0"/>
                        </a:rPr>
                        <a:t>Purushotham Reddy Koduri</a:t>
                      </a:r>
                      <a:endParaRPr lang="en-US" sz="2000" cap="none" spc="0">
                        <a:solidFill>
                          <a:schemeClr val="tx1"/>
                        </a:solidFill>
                        <a:effectLst/>
                      </a:endParaRPr>
                    </a:p>
                  </a:txBody>
                  <a:tcPr marL="103997" marR="103997" marT="149755" marB="103997">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2000" cap="none" spc="0">
                          <a:solidFill>
                            <a:schemeClr val="tx1"/>
                          </a:solidFill>
                          <a:effectLst/>
                          <a:latin typeface="Times New Roman" panose="02020603050405020304" pitchFamily="18" charset="0"/>
                          <a:cs typeface="Arial" panose="020B0604020202020204" pitchFamily="34" charset="0"/>
                        </a:rPr>
                        <a:t>Financial analyst</a:t>
                      </a:r>
                      <a:endParaRPr lang="en-US" sz="2000" cap="none" spc="0">
                        <a:solidFill>
                          <a:schemeClr val="tx1"/>
                        </a:solidFill>
                        <a:effectLst/>
                      </a:endParaRPr>
                    </a:p>
                  </a:txBody>
                  <a:tcPr marL="103997" marR="103997" marT="149755" marB="103997"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39232732"/>
                  </a:ext>
                </a:extLst>
              </a:tr>
              <a:tr h="613164">
                <a:tc>
                  <a:txBody>
                    <a:bodyPr/>
                    <a:lstStyle/>
                    <a:p>
                      <a:pPr>
                        <a:buNone/>
                      </a:pPr>
                      <a:r>
                        <a:rPr lang="en-US" sz="2000" cap="none" spc="0">
                          <a:solidFill>
                            <a:schemeClr val="tx1"/>
                          </a:solidFill>
                          <a:effectLst/>
                          <a:latin typeface="Times New Roman" panose="02020603050405020304" pitchFamily="18" charset="0"/>
                          <a:cs typeface="Arial" panose="020B0604020202020204" pitchFamily="34" charset="0"/>
                        </a:rPr>
                        <a:t>Bhanuprasad Unnam</a:t>
                      </a:r>
                      <a:endParaRPr lang="en-US" sz="2000" cap="none" spc="0">
                        <a:solidFill>
                          <a:schemeClr val="tx1"/>
                        </a:solidFill>
                        <a:effectLst/>
                      </a:endParaRPr>
                    </a:p>
                  </a:txBody>
                  <a:tcPr marL="103997" marR="103997" marT="149755" marB="103997">
                    <a:lnL w="12700" cmpd="sng">
                      <a:noFill/>
                      <a:prstDash val="solid"/>
                    </a:lnL>
                    <a:lnR w="12700" cmpd="sng">
                      <a:noFill/>
                      <a:prstDash val="solid"/>
                    </a:lnR>
                    <a:lnT w="9525" cap="flat" cmpd="sng" algn="ctr">
                      <a:solidFill>
                        <a:schemeClr val="tx1">
                          <a:lumMod val="50000"/>
                          <a:lumOff val="50000"/>
                        </a:schemeClr>
                      </a:solidFill>
                      <a:prstDash val="solid"/>
                    </a:lnT>
                    <a:lnB w="12700" cmpd="sng">
                      <a:noFill/>
                      <a:prstDash val="solid"/>
                    </a:lnB>
                    <a:solidFill>
                      <a:schemeClr val="bg1">
                        <a:lumMod val="95000"/>
                      </a:schemeClr>
                    </a:solidFill>
                  </a:tcPr>
                </a:tc>
                <a:tc>
                  <a:txBody>
                    <a:bodyPr/>
                    <a:lstStyle/>
                    <a:p>
                      <a:pPr>
                        <a:buNone/>
                      </a:pPr>
                      <a:r>
                        <a:rPr lang="en-US" sz="2000" cap="none" spc="0">
                          <a:solidFill>
                            <a:schemeClr val="tx1"/>
                          </a:solidFill>
                          <a:effectLst/>
                          <a:latin typeface="Times New Roman" panose="02020603050405020304" pitchFamily="18" charset="0"/>
                          <a:cs typeface="Arial" panose="020B0604020202020204" pitchFamily="34" charset="0"/>
                        </a:rPr>
                        <a:t>AI Ethics expert</a:t>
                      </a:r>
                      <a:endParaRPr lang="en-US" sz="2000" cap="none" spc="0">
                        <a:solidFill>
                          <a:schemeClr val="tx1"/>
                        </a:solidFill>
                        <a:effectLst/>
                      </a:endParaRPr>
                    </a:p>
                  </a:txBody>
                  <a:tcPr marL="103997" marR="103997" marT="149755" marB="103997" anchor="ctr">
                    <a:lnL w="12700" cmpd="sng">
                      <a:noFill/>
                      <a:prstDash val="solid"/>
                    </a:lnL>
                    <a:lnR w="12700" cmpd="sng">
                      <a:noFill/>
                      <a:prstDash val="solid"/>
                    </a:lnR>
                    <a:lnT w="9525" cap="flat" cmpd="sng" algn="ctr">
                      <a:solidFill>
                        <a:schemeClr val="tx1">
                          <a:lumMod val="50000"/>
                          <a:lumOff val="50000"/>
                        </a:schemeClr>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549124656"/>
                  </a:ext>
                </a:extLst>
              </a:tr>
            </a:tbl>
          </a:graphicData>
        </a:graphic>
      </p:graphicFrame>
    </p:spTree>
    <p:extLst>
      <p:ext uri="{BB962C8B-B14F-4D97-AF65-F5344CB8AC3E}">
        <p14:creationId xmlns:p14="http://schemas.microsoft.com/office/powerpoint/2010/main" val="258024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F632DB-F7CC-ABF0-7A58-E2EE55814C54}"/>
              </a:ext>
            </a:extLst>
          </p:cNvPr>
          <p:cNvSpPr>
            <a:spLocks noGrp="1"/>
          </p:cNvSpPr>
          <p:nvPr>
            <p:ph type="title"/>
          </p:nvPr>
        </p:nvSpPr>
        <p:spPr>
          <a:xfrm>
            <a:off x="758952" y="758952"/>
            <a:ext cx="8321040" cy="1952716"/>
          </a:xfrm>
        </p:spPr>
        <p:txBody>
          <a:bodyPr anchor="ctr">
            <a:normAutofit/>
          </a:bodyPr>
          <a:lstStyle/>
          <a:p>
            <a:r>
              <a:rPr lang="en-US" dirty="0"/>
              <a:t>INTRODUCTION</a:t>
            </a:r>
          </a:p>
        </p:txBody>
      </p:sp>
      <p:cxnSp>
        <p:nvCxnSpPr>
          <p:cNvPr id="10" name="Straight Connector 9">
            <a:extLst>
              <a:ext uri="{FF2B5EF4-FFF2-40B4-BE49-F238E27FC236}">
                <a16:creationId xmlns:a16="http://schemas.microsoft.com/office/drawing/2014/main" id="{AEF97C72-3F89-4F0A-9629-01818B389C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8503" y="2936674"/>
            <a:ext cx="836524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E2DA66F-3651-05F5-E679-4CD647E655DF}"/>
              </a:ext>
            </a:extLst>
          </p:cNvPr>
          <p:cNvSpPr>
            <a:spLocks noGrp="1"/>
          </p:cNvSpPr>
          <p:nvPr>
            <p:ph idx="1"/>
          </p:nvPr>
        </p:nvSpPr>
        <p:spPr>
          <a:xfrm>
            <a:off x="747620" y="3161680"/>
            <a:ext cx="10685607" cy="2620409"/>
          </a:xfrm>
        </p:spPr>
        <p:txBody>
          <a:bodyPr vert="horz" lIns="91440" tIns="45720" rIns="91440" bIns="45720" rtlCol="0" anchor="t">
            <a:normAutofit/>
          </a:bodyPr>
          <a:lstStyle/>
          <a:p>
            <a:r>
              <a:rPr lang="en-US" dirty="0">
                <a:latin typeface="Times New Roman"/>
                <a:cs typeface="Times New Roman"/>
              </a:rPr>
              <a:t>This project is all about our revolutionizing the space with the help of artificial intelligence. </a:t>
            </a:r>
            <a:endParaRPr lang="en-US" dirty="0">
              <a:latin typeface="Avenir Next LT Pro"/>
              <a:cs typeface="Times New Roman"/>
            </a:endParaRPr>
          </a:p>
          <a:p>
            <a:r>
              <a:rPr lang="en-US" dirty="0">
                <a:latin typeface="Times New Roman"/>
                <a:cs typeface="Times New Roman"/>
              </a:rPr>
              <a:t>It helps to optimize and allocate and predict the weather space weathers with accurate values and helps in field of a research. </a:t>
            </a:r>
            <a:endParaRPr lang="en-US" dirty="0">
              <a:latin typeface="Avenir Next LT Pro"/>
              <a:cs typeface="Times New Roman"/>
            </a:endParaRPr>
          </a:p>
          <a:p>
            <a:r>
              <a:rPr lang="en-US" dirty="0">
                <a:latin typeface="Times New Roman"/>
                <a:cs typeface="Times New Roman"/>
              </a:rPr>
              <a:t>In collaboration with various space oriented sectors it helps the public audience to engage to it and also beneficial with respect to the student educational </a:t>
            </a:r>
            <a:r>
              <a:rPr lang="en-US" dirty="0" err="1">
                <a:latin typeface="Times New Roman"/>
                <a:cs typeface="Times New Roman"/>
              </a:rPr>
              <a:t>programmes</a:t>
            </a:r>
            <a:r>
              <a:rPr lang="en-US" dirty="0">
                <a:latin typeface="Times New Roman"/>
                <a:cs typeface="Times New Roman"/>
              </a:rPr>
              <a:t>.</a:t>
            </a:r>
            <a:endParaRPr lang="en-US" dirty="0"/>
          </a:p>
          <a:p>
            <a:endParaRPr lang="en-US" dirty="0"/>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33501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8A9796-BB22-9252-41FF-B58C880E441D}"/>
              </a:ext>
            </a:extLst>
          </p:cNvPr>
          <p:cNvSpPr>
            <a:spLocks noGrp="1"/>
          </p:cNvSpPr>
          <p:nvPr>
            <p:ph type="title"/>
          </p:nvPr>
        </p:nvSpPr>
        <p:spPr>
          <a:xfrm>
            <a:off x="1078992" y="1063255"/>
            <a:ext cx="3575304" cy="4807541"/>
          </a:xfrm>
        </p:spPr>
        <p:txBody>
          <a:bodyPr>
            <a:normAutofit/>
          </a:bodyPr>
          <a:lstStyle/>
          <a:p>
            <a:r>
              <a:rPr lang="en-US" sz="5600"/>
              <a:t>OBJECTIVE</a:t>
            </a:r>
          </a:p>
        </p:txBody>
      </p:sp>
      <p:cxnSp>
        <p:nvCxnSpPr>
          <p:cNvPr id="11" name="Straight Connector 10">
            <a:extLst>
              <a:ext uri="{FF2B5EF4-FFF2-40B4-BE49-F238E27FC236}">
                <a16:creationId xmlns:a16="http://schemas.microsoft.com/office/drawing/2014/main" id="{623022EF-4E43-4298-8E3D-DA5EF06176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graphicFrame>
        <p:nvGraphicFramePr>
          <p:cNvPr id="7" name="Content Placeholder 2">
            <a:extLst>
              <a:ext uri="{FF2B5EF4-FFF2-40B4-BE49-F238E27FC236}">
                <a16:creationId xmlns:a16="http://schemas.microsoft.com/office/drawing/2014/main" id="{5CA6838D-2339-3FDE-9CEA-E534546D6F4A}"/>
              </a:ext>
            </a:extLst>
          </p:cNvPr>
          <p:cNvGraphicFramePr>
            <a:graphicFrameLocks noGrp="1"/>
          </p:cNvGraphicFramePr>
          <p:nvPr>
            <p:ph idx="1"/>
            <p:extLst>
              <p:ext uri="{D42A27DB-BD31-4B8C-83A1-F6EECF244321}">
                <p14:modId xmlns:p14="http://schemas.microsoft.com/office/powerpoint/2010/main" val="4181654643"/>
              </p:ext>
            </p:extLst>
          </p:nvPr>
        </p:nvGraphicFramePr>
        <p:xfrm>
          <a:off x="5297763" y="972642"/>
          <a:ext cx="6132237" cy="50349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4570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 name="Freeform 6">
            <a:extLst>
              <a:ext uri="{FF2B5EF4-FFF2-40B4-BE49-F238E27FC236}">
                <a16:creationId xmlns:a16="http://schemas.microsoft.com/office/drawing/2014/main" id="{DD4C4B28-6B4B-4445-8535-F516D74E4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19" name="Straight Connector 18">
            <a:extLst>
              <a:ext uri="{FF2B5EF4-FFF2-40B4-BE49-F238E27FC236}">
                <a16:creationId xmlns:a16="http://schemas.microsoft.com/office/drawing/2014/main" id="{0CB1C732-7193-4253-8746-850D090A6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7AF9319C-2D9B-4868-AEAE-37298EA0F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215066" cy="6858000"/>
          </a:xfrm>
          <a:custGeom>
            <a:avLst/>
            <a:gdLst>
              <a:gd name="connsiteX0" fmla="*/ 0 w 5215066"/>
              <a:gd name="connsiteY0" fmla="*/ 0 h 6858000"/>
              <a:gd name="connsiteX1" fmla="*/ 3197713 w 5215066"/>
              <a:gd name="connsiteY1" fmla="*/ 0 h 6858000"/>
              <a:gd name="connsiteX2" fmla="*/ 3259787 w 5215066"/>
              <a:gd name="connsiteY2" fmla="*/ 39865 h 6858000"/>
              <a:gd name="connsiteX3" fmla="*/ 5215066 w 5215066"/>
              <a:gd name="connsiteY3" fmla="*/ 3723759 h 6858000"/>
              <a:gd name="connsiteX4" fmla="*/ 4202364 w 5215066"/>
              <a:gd name="connsiteY4" fmla="*/ 6549681 h 6858000"/>
              <a:gd name="connsiteX5" fmla="*/ 3922635 w 5215066"/>
              <a:gd name="connsiteY5" fmla="*/ 6858000 h 6858000"/>
              <a:gd name="connsiteX6" fmla="*/ 0 w 521506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0" y="0"/>
                </a:moveTo>
                <a:lnTo>
                  <a:pt x="3197713" y="0"/>
                </a:lnTo>
                <a:lnTo>
                  <a:pt x="3259787" y="39865"/>
                </a:lnTo>
                <a:cubicBezTo>
                  <a:pt x="4439462" y="838237"/>
                  <a:pt x="5215066" y="2190263"/>
                  <a:pt x="5215066" y="3723759"/>
                </a:cubicBezTo>
                <a:cubicBezTo>
                  <a:pt x="5215066" y="4797206"/>
                  <a:pt x="4835020" y="5781733"/>
                  <a:pt x="4202364" y="6549681"/>
                </a:cubicBezTo>
                <a:lnTo>
                  <a:pt x="3922635" y="6858000"/>
                </a:lnTo>
                <a:lnTo>
                  <a:pt x="0" y="685800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6E9D517-FCBF-18C1-4102-03EE7BE8A60C}"/>
              </a:ext>
            </a:extLst>
          </p:cNvPr>
          <p:cNvSpPr>
            <a:spLocks noGrp="1"/>
          </p:cNvSpPr>
          <p:nvPr>
            <p:ph type="title"/>
          </p:nvPr>
        </p:nvSpPr>
        <p:spPr>
          <a:xfrm>
            <a:off x="758952" y="1128811"/>
            <a:ext cx="3447288" cy="3342290"/>
          </a:xfrm>
        </p:spPr>
        <p:txBody>
          <a:bodyPr vert="horz" lIns="91440" tIns="45720" rIns="91440" bIns="45720" rtlCol="0" anchor="b">
            <a:normAutofit/>
          </a:bodyPr>
          <a:lstStyle/>
          <a:p>
            <a:r>
              <a:rPr lang="en-US" sz="5000" i="1" kern="1200" spc="100" baseline="0">
                <a:solidFill>
                  <a:schemeClr val="bg1"/>
                </a:solidFill>
                <a:latin typeface="+mj-lt"/>
                <a:ea typeface="+mj-ea"/>
                <a:cs typeface="+mj-cs"/>
              </a:rPr>
              <a:t>PROJECT MILESTONE</a:t>
            </a:r>
          </a:p>
        </p:txBody>
      </p:sp>
      <p:sp>
        <p:nvSpPr>
          <p:cNvPr id="18" name="Freeform 6">
            <a:extLst>
              <a:ext uri="{FF2B5EF4-FFF2-40B4-BE49-F238E27FC236}">
                <a16:creationId xmlns:a16="http://schemas.microsoft.com/office/drawing/2014/main" id="{ADA271CD-3011-4A05-B4A3-80F179468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graphicFrame>
        <p:nvGraphicFramePr>
          <p:cNvPr id="5" name="Content Placeholder 4">
            <a:extLst>
              <a:ext uri="{FF2B5EF4-FFF2-40B4-BE49-F238E27FC236}">
                <a16:creationId xmlns:a16="http://schemas.microsoft.com/office/drawing/2014/main" id="{0FD47EBE-6ECB-85E3-82D0-A66893E7F322}"/>
              </a:ext>
            </a:extLst>
          </p:cNvPr>
          <p:cNvGraphicFramePr>
            <a:graphicFrameLocks noGrp="1"/>
          </p:cNvGraphicFramePr>
          <p:nvPr>
            <p:ph idx="1"/>
          </p:nvPr>
        </p:nvGraphicFramePr>
        <p:xfrm>
          <a:off x="5796500" y="1563236"/>
          <a:ext cx="5640400" cy="3788993"/>
        </p:xfrm>
        <a:graphic>
          <a:graphicData uri="http://schemas.openxmlformats.org/drawingml/2006/table">
            <a:tbl>
              <a:tblPr firstRow="1" bandRow="1">
                <a:noFill/>
                <a:tableStyleId>{5C22544A-7EE6-4342-B048-85BDC9FD1C3A}</a:tableStyleId>
              </a:tblPr>
              <a:tblGrid>
                <a:gridCol w="2663359">
                  <a:extLst>
                    <a:ext uri="{9D8B030D-6E8A-4147-A177-3AD203B41FA5}">
                      <a16:colId xmlns:a16="http://schemas.microsoft.com/office/drawing/2014/main" val="280595153"/>
                    </a:ext>
                  </a:extLst>
                </a:gridCol>
                <a:gridCol w="2977041">
                  <a:extLst>
                    <a:ext uri="{9D8B030D-6E8A-4147-A177-3AD203B41FA5}">
                      <a16:colId xmlns:a16="http://schemas.microsoft.com/office/drawing/2014/main" val="240872917"/>
                    </a:ext>
                  </a:extLst>
                </a:gridCol>
              </a:tblGrid>
              <a:tr h="785927">
                <a:tc gridSpan="2">
                  <a:txBody>
                    <a:bodyPr/>
                    <a:lstStyle/>
                    <a:p>
                      <a:pPr algn="just">
                        <a:lnSpc>
                          <a:spcPct val="115000"/>
                        </a:lnSpc>
                        <a:spcBef>
                          <a:spcPts val="300"/>
                        </a:spcBef>
                        <a:spcAft>
                          <a:spcPts val="300"/>
                        </a:spcAft>
                        <a:buNone/>
                      </a:pPr>
                      <a:r>
                        <a:rPr lang="en-US" sz="1600" b="1">
                          <a:solidFill>
                            <a:schemeClr val="tx1">
                              <a:lumMod val="75000"/>
                              <a:lumOff val="25000"/>
                            </a:schemeClr>
                          </a:solidFill>
                          <a:effectLst/>
                          <a:latin typeface="Times New Roman" panose="02020603050405020304" pitchFamily="18" charset="0"/>
                        </a:rPr>
                        <a:t>Summary Milestone Schedule – List key project milestones relative to project start.  </a:t>
                      </a:r>
                      <a:endParaRPr lang="en-US" sz="1600" b="1">
                        <a:solidFill>
                          <a:schemeClr val="tx1">
                            <a:lumMod val="75000"/>
                            <a:lumOff val="25000"/>
                          </a:schemeClr>
                        </a:solidFill>
                        <a:effectLst/>
                      </a:endParaRPr>
                    </a:p>
                  </a:txBody>
                  <a:tcPr marL="198550" marR="74456" marT="99275" marB="99275">
                    <a:lnL w="12700" cmpd="sng">
                      <a:noFill/>
                      <a:prstDash val="solid"/>
                    </a:lnL>
                    <a:lnR w="12700" cmpd="sng">
                      <a:noFill/>
                      <a:prstDash val="solid"/>
                    </a:lnR>
                    <a:lnT w="12700" cmpd="sng">
                      <a:noFill/>
                      <a:prstDash val="solid"/>
                    </a:lnT>
                    <a:lnB w="9525" cap="flat" cmpd="sng" algn="ctr">
                      <a:solidFill>
                        <a:srgbClr val="D8DCDC"/>
                      </a:solidFill>
                      <a:prstDash val="solid"/>
                    </a:lnB>
                    <a:noFill/>
                  </a:tcPr>
                </a:tc>
                <a:tc hMerge="1">
                  <a:txBody>
                    <a:bodyPr/>
                    <a:lstStyle/>
                    <a:p>
                      <a:endParaRPr lang="en-US"/>
                    </a:p>
                  </a:txBody>
                  <a:tcPr/>
                </a:tc>
                <a:extLst>
                  <a:ext uri="{0D108BD9-81ED-4DB2-BD59-A6C34878D82A}">
                    <a16:rowId xmlns:a16="http://schemas.microsoft.com/office/drawing/2014/main" val="4022488549"/>
                  </a:ext>
                </a:extLst>
              </a:tr>
              <a:tr h="500511">
                <a:tc>
                  <a:txBody>
                    <a:bodyPr/>
                    <a:lstStyle/>
                    <a:p>
                      <a:pPr algn="just">
                        <a:lnSpc>
                          <a:spcPct val="115000"/>
                        </a:lnSpc>
                        <a:spcBef>
                          <a:spcPts val="300"/>
                        </a:spcBef>
                        <a:spcAft>
                          <a:spcPts val="300"/>
                        </a:spcAft>
                        <a:buNone/>
                      </a:pPr>
                      <a:r>
                        <a:rPr lang="en-US" sz="1600" b="1">
                          <a:solidFill>
                            <a:schemeClr val="tx1">
                              <a:lumMod val="75000"/>
                              <a:lumOff val="25000"/>
                            </a:schemeClr>
                          </a:solidFill>
                          <a:effectLst/>
                          <a:latin typeface="Times New Roman" panose="02020603050405020304" pitchFamily="18" charset="0"/>
                        </a:rPr>
                        <a:t>Project Milestone</a:t>
                      </a:r>
                      <a:endParaRPr lang="en-US" sz="1600">
                        <a:solidFill>
                          <a:schemeClr val="tx1">
                            <a:lumMod val="75000"/>
                            <a:lumOff val="25000"/>
                          </a:schemeClr>
                        </a:solidFill>
                        <a:effectLst/>
                      </a:endParaRPr>
                    </a:p>
                  </a:txBody>
                  <a:tcPr marL="198550" marR="74456" marT="99275" marB="9927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just">
                        <a:lnSpc>
                          <a:spcPct val="115000"/>
                        </a:lnSpc>
                        <a:spcBef>
                          <a:spcPts val="300"/>
                        </a:spcBef>
                        <a:spcAft>
                          <a:spcPts val="300"/>
                        </a:spcAft>
                        <a:buNone/>
                      </a:pPr>
                      <a:r>
                        <a:rPr lang="en-US" sz="1600" b="1">
                          <a:solidFill>
                            <a:schemeClr val="tx1">
                              <a:lumMod val="75000"/>
                              <a:lumOff val="25000"/>
                            </a:schemeClr>
                          </a:solidFill>
                          <a:effectLst/>
                          <a:latin typeface="Times New Roman" panose="02020603050405020304" pitchFamily="18" charset="0"/>
                        </a:rPr>
                        <a:t>Target Date (mm/dd/yyyy)</a:t>
                      </a:r>
                      <a:endParaRPr lang="en-US" sz="1600">
                        <a:solidFill>
                          <a:schemeClr val="tx1">
                            <a:lumMod val="75000"/>
                            <a:lumOff val="25000"/>
                          </a:schemeClr>
                        </a:solidFill>
                        <a:effectLst/>
                      </a:endParaRPr>
                    </a:p>
                  </a:txBody>
                  <a:tcPr marL="198550" marR="74456" marT="99275" marB="9927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825495206"/>
                  </a:ext>
                </a:extLst>
              </a:tr>
              <a:tr h="500511">
                <a:tc>
                  <a:txBody>
                    <a:bodyPr/>
                    <a:lstStyle/>
                    <a:p>
                      <a:pPr marL="342900" lvl="0" indent="-342900" algn="just">
                        <a:lnSpc>
                          <a:spcPct val="115000"/>
                        </a:lnSpc>
                        <a:spcBef>
                          <a:spcPts val="300"/>
                        </a:spcBef>
                        <a:spcAft>
                          <a:spcPts val="300"/>
                        </a:spcAft>
                        <a:buNone/>
                        <a:tabLst>
                          <a:tab pos="228600" algn="l"/>
                        </a:tabLst>
                      </a:pPr>
                      <a:r>
                        <a:rPr lang="en-US" sz="1600">
                          <a:solidFill>
                            <a:schemeClr val="tx1">
                              <a:lumMod val="75000"/>
                              <a:lumOff val="25000"/>
                            </a:schemeClr>
                          </a:solidFill>
                          <a:effectLst/>
                          <a:latin typeface="Times New Roman" panose="02020603050405020304" pitchFamily="18" charset="0"/>
                        </a:rPr>
                        <a:t>Phase I Complete</a:t>
                      </a:r>
                      <a:endParaRPr lang="en-US" sz="1600">
                        <a:solidFill>
                          <a:schemeClr val="tx1">
                            <a:lumMod val="75000"/>
                            <a:lumOff val="25000"/>
                          </a:schemeClr>
                        </a:solidFill>
                        <a:effectLst/>
                      </a:endParaRPr>
                    </a:p>
                  </a:txBody>
                  <a:tcPr marL="198550" marR="74456" marT="99275" marB="99275"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just">
                        <a:lnSpc>
                          <a:spcPct val="115000"/>
                        </a:lnSpc>
                        <a:buNone/>
                      </a:pPr>
                      <a:r>
                        <a:rPr lang="en-US" sz="1600">
                          <a:solidFill>
                            <a:schemeClr val="tx1">
                              <a:lumMod val="75000"/>
                              <a:lumOff val="25000"/>
                            </a:schemeClr>
                          </a:solidFill>
                          <a:effectLst/>
                          <a:latin typeface="Times New Roman" panose="02020603050405020304" pitchFamily="18" charset="0"/>
                        </a:rPr>
                        <a:t>02/28/2025</a:t>
                      </a:r>
                      <a:endParaRPr lang="en-US" sz="1600">
                        <a:solidFill>
                          <a:schemeClr val="tx1">
                            <a:lumMod val="75000"/>
                            <a:lumOff val="25000"/>
                          </a:schemeClr>
                        </a:solidFill>
                        <a:effectLst/>
                      </a:endParaRPr>
                    </a:p>
                  </a:txBody>
                  <a:tcPr marL="198550" marR="74456" marT="99275" marB="99275"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2947282146"/>
                  </a:ext>
                </a:extLst>
              </a:tr>
              <a:tr h="500511">
                <a:tc>
                  <a:txBody>
                    <a:bodyPr/>
                    <a:lstStyle/>
                    <a:p>
                      <a:pPr marL="342900" lvl="0" indent="-342900" algn="just">
                        <a:lnSpc>
                          <a:spcPct val="115000"/>
                        </a:lnSpc>
                        <a:buNone/>
                        <a:tabLst>
                          <a:tab pos="228600" algn="l"/>
                        </a:tabLst>
                      </a:pPr>
                      <a:r>
                        <a:rPr lang="en-US" sz="1600">
                          <a:solidFill>
                            <a:schemeClr val="tx1">
                              <a:lumMod val="75000"/>
                              <a:lumOff val="25000"/>
                            </a:schemeClr>
                          </a:solidFill>
                          <a:effectLst/>
                          <a:latin typeface="Times New Roman" panose="02020603050405020304" pitchFamily="18" charset="0"/>
                        </a:rPr>
                        <a:t>Phase II Complete</a:t>
                      </a:r>
                      <a:endParaRPr lang="en-US" sz="1600">
                        <a:solidFill>
                          <a:schemeClr val="tx1">
                            <a:lumMod val="75000"/>
                            <a:lumOff val="25000"/>
                          </a:schemeClr>
                        </a:solidFill>
                        <a:effectLst/>
                      </a:endParaRPr>
                    </a:p>
                  </a:txBody>
                  <a:tcPr marL="198550" marR="74456" marT="99275" marB="99275"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228600" indent="-228600" algn="just">
                        <a:lnSpc>
                          <a:spcPct val="115000"/>
                        </a:lnSpc>
                        <a:buNone/>
                      </a:pPr>
                      <a:r>
                        <a:rPr lang="en-US" sz="1600">
                          <a:solidFill>
                            <a:schemeClr val="tx1">
                              <a:lumMod val="75000"/>
                              <a:lumOff val="25000"/>
                            </a:schemeClr>
                          </a:solidFill>
                          <a:effectLst/>
                          <a:latin typeface="Times New Roman" panose="02020603050405020304" pitchFamily="18" charset="0"/>
                        </a:rPr>
                        <a:t>03/20/2025</a:t>
                      </a:r>
                      <a:endParaRPr lang="en-US" sz="1600">
                        <a:solidFill>
                          <a:schemeClr val="tx1">
                            <a:lumMod val="75000"/>
                            <a:lumOff val="25000"/>
                          </a:schemeClr>
                        </a:solidFill>
                        <a:effectLst/>
                      </a:endParaRPr>
                    </a:p>
                  </a:txBody>
                  <a:tcPr marL="198550" marR="74456" marT="99275" marB="99275"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572286284"/>
                  </a:ext>
                </a:extLst>
              </a:tr>
              <a:tr h="500511">
                <a:tc>
                  <a:txBody>
                    <a:bodyPr/>
                    <a:lstStyle/>
                    <a:p>
                      <a:pPr marL="342900" lvl="0" indent="-342900" algn="just">
                        <a:lnSpc>
                          <a:spcPct val="115000"/>
                        </a:lnSpc>
                        <a:buNone/>
                        <a:tabLst>
                          <a:tab pos="228600" algn="l"/>
                        </a:tabLst>
                      </a:pPr>
                      <a:r>
                        <a:rPr lang="en-US" sz="1600">
                          <a:solidFill>
                            <a:schemeClr val="tx1">
                              <a:lumMod val="75000"/>
                              <a:lumOff val="25000"/>
                            </a:schemeClr>
                          </a:solidFill>
                          <a:effectLst/>
                          <a:latin typeface="Times New Roman" panose="02020603050405020304" pitchFamily="18" charset="0"/>
                        </a:rPr>
                        <a:t>Phase III Complete</a:t>
                      </a:r>
                      <a:endParaRPr lang="en-US" sz="1600">
                        <a:solidFill>
                          <a:schemeClr val="tx1">
                            <a:lumMod val="75000"/>
                            <a:lumOff val="25000"/>
                          </a:schemeClr>
                        </a:solidFill>
                        <a:effectLst/>
                      </a:endParaRPr>
                    </a:p>
                  </a:txBody>
                  <a:tcPr marL="198550" marR="74456" marT="99275" marB="99275"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228600" indent="-228600" algn="just">
                        <a:lnSpc>
                          <a:spcPct val="115000"/>
                        </a:lnSpc>
                        <a:buNone/>
                      </a:pPr>
                      <a:r>
                        <a:rPr lang="en-US" sz="1600">
                          <a:solidFill>
                            <a:schemeClr val="tx1">
                              <a:lumMod val="75000"/>
                              <a:lumOff val="25000"/>
                            </a:schemeClr>
                          </a:solidFill>
                          <a:effectLst/>
                          <a:latin typeface="Times New Roman" panose="02020603050405020304" pitchFamily="18" charset="0"/>
                        </a:rPr>
                        <a:t>04/12/2025</a:t>
                      </a:r>
                      <a:endParaRPr lang="en-US" sz="1600">
                        <a:solidFill>
                          <a:schemeClr val="tx1">
                            <a:lumMod val="75000"/>
                            <a:lumOff val="25000"/>
                          </a:schemeClr>
                        </a:solidFill>
                        <a:effectLst/>
                      </a:endParaRPr>
                    </a:p>
                  </a:txBody>
                  <a:tcPr marL="198550" marR="74456" marT="99275" marB="99275"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1184238818"/>
                  </a:ext>
                </a:extLst>
              </a:tr>
              <a:tr h="500511">
                <a:tc>
                  <a:txBody>
                    <a:bodyPr/>
                    <a:lstStyle/>
                    <a:p>
                      <a:pPr marL="342900" lvl="0" indent="-342900" algn="just">
                        <a:lnSpc>
                          <a:spcPct val="115000"/>
                        </a:lnSpc>
                        <a:buNone/>
                        <a:tabLst>
                          <a:tab pos="228600" algn="l"/>
                        </a:tabLst>
                      </a:pPr>
                      <a:r>
                        <a:rPr lang="en-US" sz="1600">
                          <a:solidFill>
                            <a:schemeClr val="tx1">
                              <a:lumMod val="75000"/>
                              <a:lumOff val="25000"/>
                            </a:schemeClr>
                          </a:solidFill>
                          <a:effectLst/>
                          <a:latin typeface="Times New Roman" panose="02020603050405020304" pitchFamily="18" charset="0"/>
                        </a:rPr>
                        <a:t>Phase IV Complete</a:t>
                      </a:r>
                      <a:endParaRPr lang="en-US" sz="1600">
                        <a:solidFill>
                          <a:schemeClr val="tx1">
                            <a:lumMod val="75000"/>
                            <a:lumOff val="25000"/>
                          </a:schemeClr>
                        </a:solidFill>
                        <a:effectLst/>
                      </a:endParaRPr>
                    </a:p>
                  </a:txBody>
                  <a:tcPr marL="198550" marR="74456" marT="99275" marB="99275"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228600" indent="-228600" algn="just">
                        <a:lnSpc>
                          <a:spcPct val="115000"/>
                        </a:lnSpc>
                        <a:buNone/>
                      </a:pPr>
                      <a:r>
                        <a:rPr lang="en-US" sz="1600">
                          <a:solidFill>
                            <a:schemeClr val="tx1">
                              <a:lumMod val="75000"/>
                              <a:lumOff val="25000"/>
                            </a:schemeClr>
                          </a:solidFill>
                          <a:effectLst/>
                          <a:latin typeface="Times New Roman" panose="02020603050405020304" pitchFamily="18" charset="0"/>
                        </a:rPr>
                        <a:t>04/26/2025</a:t>
                      </a:r>
                      <a:endParaRPr lang="en-US" sz="1600">
                        <a:solidFill>
                          <a:schemeClr val="tx1">
                            <a:lumMod val="75000"/>
                            <a:lumOff val="25000"/>
                          </a:schemeClr>
                        </a:solidFill>
                        <a:effectLst/>
                      </a:endParaRPr>
                    </a:p>
                  </a:txBody>
                  <a:tcPr marL="198550" marR="74456" marT="99275" marB="99275"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554777663"/>
                  </a:ext>
                </a:extLst>
              </a:tr>
              <a:tr h="500511">
                <a:tc>
                  <a:txBody>
                    <a:bodyPr/>
                    <a:lstStyle/>
                    <a:p>
                      <a:pPr marL="342900" lvl="0" indent="-342900" algn="just">
                        <a:lnSpc>
                          <a:spcPct val="115000"/>
                        </a:lnSpc>
                        <a:buNone/>
                        <a:tabLst>
                          <a:tab pos="228600" algn="l"/>
                        </a:tabLst>
                      </a:pPr>
                      <a:r>
                        <a:rPr lang="en-US" sz="1600">
                          <a:solidFill>
                            <a:schemeClr val="tx1">
                              <a:lumMod val="75000"/>
                              <a:lumOff val="25000"/>
                            </a:schemeClr>
                          </a:solidFill>
                          <a:effectLst/>
                          <a:latin typeface="Times New Roman" panose="02020603050405020304" pitchFamily="18" charset="0"/>
                        </a:rPr>
                        <a:t>Phase V Complete</a:t>
                      </a:r>
                      <a:endParaRPr lang="en-US" sz="1600">
                        <a:solidFill>
                          <a:schemeClr val="tx1">
                            <a:lumMod val="75000"/>
                            <a:lumOff val="25000"/>
                          </a:schemeClr>
                        </a:solidFill>
                        <a:effectLst/>
                      </a:endParaRPr>
                    </a:p>
                  </a:txBody>
                  <a:tcPr marL="198550" marR="74456" marT="99275" marB="99275"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tc>
                  <a:txBody>
                    <a:bodyPr/>
                    <a:lstStyle/>
                    <a:p>
                      <a:pPr marL="228600" indent="-228600" algn="just">
                        <a:lnSpc>
                          <a:spcPct val="115000"/>
                        </a:lnSpc>
                        <a:buNone/>
                      </a:pPr>
                      <a:r>
                        <a:rPr lang="en-US" sz="1600">
                          <a:solidFill>
                            <a:schemeClr val="tx1">
                              <a:lumMod val="75000"/>
                              <a:lumOff val="25000"/>
                            </a:schemeClr>
                          </a:solidFill>
                          <a:effectLst/>
                          <a:latin typeface="Times New Roman" panose="02020603050405020304" pitchFamily="18" charset="0"/>
                        </a:rPr>
                        <a:t>05/20/2025</a:t>
                      </a:r>
                      <a:endParaRPr lang="en-US" sz="1600">
                        <a:solidFill>
                          <a:schemeClr val="tx1">
                            <a:lumMod val="75000"/>
                            <a:lumOff val="25000"/>
                          </a:schemeClr>
                        </a:solidFill>
                        <a:effectLst/>
                      </a:endParaRPr>
                    </a:p>
                  </a:txBody>
                  <a:tcPr marL="198550" marR="74456" marT="99275" marB="99275"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extLst>
                  <a:ext uri="{0D108BD9-81ED-4DB2-BD59-A6C34878D82A}">
                    <a16:rowId xmlns:a16="http://schemas.microsoft.com/office/drawing/2014/main" val="2599949242"/>
                  </a:ext>
                </a:extLst>
              </a:tr>
            </a:tbl>
          </a:graphicData>
        </a:graphic>
      </p:graphicFrame>
    </p:spTree>
    <p:extLst>
      <p:ext uri="{BB962C8B-B14F-4D97-AF65-F5344CB8AC3E}">
        <p14:creationId xmlns:p14="http://schemas.microsoft.com/office/powerpoint/2010/main" val="1981364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BF0AB-F148-84FF-11FB-84499251A45C}"/>
              </a:ext>
            </a:extLst>
          </p:cNvPr>
          <p:cNvSpPr>
            <a:spLocks noGrp="1"/>
          </p:cNvSpPr>
          <p:nvPr>
            <p:ph type="title"/>
          </p:nvPr>
        </p:nvSpPr>
        <p:spPr>
          <a:xfrm>
            <a:off x="758952" y="758952"/>
            <a:ext cx="4399607" cy="4754880"/>
          </a:xfrm>
        </p:spPr>
        <p:txBody>
          <a:bodyPr/>
          <a:lstStyle/>
          <a:p>
            <a:r>
              <a:rPr lang="en-US" dirty="0"/>
              <a:t>WORK BREAK-DOWN STRUCTURE</a:t>
            </a:r>
          </a:p>
        </p:txBody>
      </p:sp>
      <p:sp>
        <p:nvSpPr>
          <p:cNvPr id="3" name="Content Placeholder 2">
            <a:extLst>
              <a:ext uri="{FF2B5EF4-FFF2-40B4-BE49-F238E27FC236}">
                <a16:creationId xmlns:a16="http://schemas.microsoft.com/office/drawing/2014/main" id="{C5AD715E-B444-662B-F3DB-4347393B8901}"/>
              </a:ext>
            </a:extLst>
          </p:cNvPr>
          <p:cNvSpPr>
            <a:spLocks noGrp="1"/>
          </p:cNvSpPr>
          <p:nvPr>
            <p:ph idx="1"/>
          </p:nvPr>
        </p:nvSpPr>
        <p:spPr/>
        <p:txBody>
          <a:bodyPr vert="horz" lIns="91440" tIns="45720" rIns="91440" bIns="45720" rtlCol="0" anchor="t">
            <a:normAutofit/>
          </a:bodyPr>
          <a:lstStyle/>
          <a:p>
            <a:r>
              <a:rPr lang="en-US" dirty="0">
                <a:latin typeface="Times New Roman"/>
                <a:cs typeface="Times New Roman"/>
              </a:rPr>
              <a:t>Project initiation</a:t>
            </a:r>
            <a:endParaRPr lang="en-US" dirty="0"/>
          </a:p>
          <a:p>
            <a:r>
              <a:rPr lang="en-US" dirty="0">
                <a:latin typeface="Times New Roman"/>
                <a:cs typeface="Times New Roman"/>
              </a:rPr>
              <a:t>Mission Planning</a:t>
            </a:r>
            <a:endParaRPr lang="en-US" dirty="0"/>
          </a:p>
          <a:p>
            <a:r>
              <a:rPr lang="en-US" dirty="0">
                <a:latin typeface="Times New Roman"/>
                <a:cs typeface="Times New Roman"/>
              </a:rPr>
              <a:t>Designing</a:t>
            </a:r>
            <a:endParaRPr lang="en-US" dirty="0"/>
          </a:p>
          <a:p>
            <a:r>
              <a:rPr lang="en-US" dirty="0">
                <a:latin typeface="Times New Roman"/>
                <a:cs typeface="Times New Roman"/>
              </a:rPr>
              <a:t>AI development</a:t>
            </a:r>
            <a:endParaRPr lang="en-US" dirty="0"/>
          </a:p>
          <a:p>
            <a:r>
              <a:rPr lang="en-US" dirty="0">
                <a:latin typeface="Times New Roman"/>
                <a:cs typeface="Times New Roman"/>
              </a:rPr>
              <a:t>Spacecraft Manufacturing and Assembly</a:t>
            </a:r>
            <a:endParaRPr lang="en-US" dirty="0"/>
          </a:p>
          <a:p>
            <a:r>
              <a:rPr lang="en-US" dirty="0">
                <a:latin typeface="Times New Roman"/>
                <a:cs typeface="Times New Roman"/>
              </a:rPr>
              <a:t>Testing</a:t>
            </a:r>
            <a:endParaRPr lang="en-US" dirty="0"/>
          </a:p>
          <a:p>
            <a:r>
              <a:rPr lang="en-US" dirty="0">
                <a:latin typeface="Times New Roman"/>
                <a:cs typeface="Times New Roman"/>
              </a:rPr>
              <a:t>Pre-launch</a:t>
            </a:r>
            <a:endParaRPr lang="en-US" dirty="0"/>
          </a:p>
          <a:p>
            <a:r>
              <a:rPr lang="en-US" dirty="0">
                <a:latin typeface="Times New Roman"/>
                <a:cs typeface="Times New Roman"/>
              </a:rPr>
              <a:t>Launch preparation</a:t>
            </a:r>
            <a:endParaRPr lang="en-US" dirty="0"/>
          </a:p>
          <a:p>
            <a:r>
              <a:rPr lang="en-US" dirty="0">
                <a:latin typeface="Times New Roman"/>
                <a:cs typeface="Times New Roman"/>
              </a:rPr>
              <a:t>Deployment</a:t>
            </a:r>
            <a:endParaRPr lang="en-US" dirty="0"/>
          </a:p>
          <a:p>
            <a:r>
              <a:rPr lang="en-US" dirty="0">
                <a:latin typeface="Times New Roman"/>
                <a:cs typeface="Times New Roman"/>
              </a:rPr>
              <a:t>Post analysis</a:t>
            </a:r>
            <a:endParaRPr lang="en-US" dirty="0"/>
          </a:p>
          <a:p>
            <a:endParaRPr lang="en-US" dirty="0"/>
          </a:p>
        </p:txBody>
      </p:sp>
    </p:spTree>
    <p:extLst>
      <p:ext uri="{BB962C8B-B14F-4D97-AF65-F5344CB8AC3E}">
        <p14:creationId xmlns:p14="http://schemas.microsoft.com/office/powerpoint/2010/main" val="4140254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DD4C4B28-6B4B-4445-8535-F516D74E4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10" name="Straight Connector 9">
            <a:extLst>
              <a:ext uri="{FF2B5EF4-FFF2-40B4-BE49-F238E27FC236}">
                <a16:creationId xmlns:a16="http://schemas.microsoft.com/office/drawing/2014/main" id="{0CB1C732-7193-4253-8746-850D090A6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B4F06B-BAD6-5D1D-6D5C-C7A7C30EEE24}"/>
              </a:ext>
            </a:extLst>
          </p:cNvPr>
          <p:cNvSpPr>
            <a:spLocks noGrp="1"/>
          </p:cNvSpPr>
          <p:nvPr>
            <p:ph type="title"/>
          </p:nvPr>
        </p:nvSpPr>
        <p:spPr>
          <a:xfrm>
            <a:off x="1164836" y="8382"/>
            <a:ext cx="9267968" cy="1089428"/>
          </a:xfrm>
        </p:spPr>
        <p:txBody>
          <a:bodyPr vert="horz" lIns="91440" tIns="45720" rIns="91440" bIns="45720" rtlCol="0" anchor="b">
            <a:normAutofit/>
          </a:bodyPr>
          <a:lstStyle/>
          <a:p>
            <a:pPr algn="ctr"/>
            <a:r>
              <a:rPr lang="en-US" sz="2800" b="1" i="0" kern="0" cap="small" dirty="0">
                <a:effectLst/>
                <a:latin typeface="Times New Roman" panose="02020603050405020304" pitchFamily="18" charset="0"/>
                <a:ea typeface="Times New Roman" panose="02020603050405020304" pitchFamily="18" charset="0"/>
              </a:rPr>
              <a:t>GANTT CHART AND CRITICAL PATH</a:t>
            </a:r>
            <a:br>
              <a:rPr lang="en-IN" sz="2800" b="1" i="0" kern="0" dirty="0">
                <a:effectLst/>
                <a:latin typeface="Times New Roman" panose="02020603050405020304" pitchFamily="18" charset="0"/>
                <a:ea typeface="Times New Roman" panose="02020603050405020304" pitchFamily="18" charset="0"/>
              </a:rPr>
            </a:br>
            <a:endParaRPr lang="en-US" sz="2800" i="0" dirty="0"/>
          </a:p>
        </p:txBody>
      </p:sp>
      <p:cxnSp>
        <p:nvCxnSpPr>
          <p:cNvPr id="14" name="Straight Connector 13">
            <a:extLst>
              <a:ext uri="{FF2B5EF4-FFF2-40B4-BE49-F238E27FC236}">
                <a16:creationId xmlns:a16="http://schemas.microsoft.com/office/drawing/2014/main" id="{DE3FB7FD-3883-4AFF-8349-2E3BBDA714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3842963"/>
            <a:ext cx="7772400" cy="0"/>
          </a:xfrm>
          <a:prstGeom prst="line">
            <a:avLst/>
          </a:prstGeom>
          <a:ln w="190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6" name="Freeform 6">
            <a:extLst>
              <a:ext uri="{FF2B5EF4-FFF2-40B4-BE49-F238E27FC236}">
                <a16:creationId xmlns:a16="http://schemas.microsoft.com/office/drawing/2014/main" id="{B3BE00DD-5F52-49B1-A83B-F2E555AC5D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pic>
        <p:nvPicPr>
          <p:cNvPr id="5" name="Picture 4" descr="A screenshot of a computer&#10;&#10;AI-generated content may be incorrect.">
            <a:extLst>
              <a:ext uri="{FF2B5EF4-FFF2-40B4-BE49-F238E27FC236}">
                <a16:creationId xmlns:a16="http://schemas.microsoft.com/office/drawing/2014/main" id="{6A301073-90E2-29D6-D529-9243BD00CC9A}"/>
              </a:ext>
            </a:extLst>
          </p:cNvPr>
          <p:cNvPicPr>
            <a:picLocks noChangeAspect="1"/>
          </p:cNvPicPr>
          <p:nvPr/>
        </p:nvPicPr>
        <p:blipFill>
          <a:blip r:embed="rId2"/>
          <a:stretch>
            <a:fillRect/>
          </a:stretch>
        </p:blipFill>
        <p:spPr>
          <a:xfrm>
            <a:off x="627339" y="774926"/>
            <a:ext cx="3903149" cy="2926478"/>
          </a:xfrm>
          <a:prstGeom prst="rect">
            <a:avLst/>
          </a:prstGeom>
        </p:spPr>
      </p:pic>
      <p:pic>
        <p:nvPicPr>
          <p:cNvPr id="6" name="Picture 5" descr="A screenshot of a project management&#10;&#10;AI-generated content may be incorrect.">
            <a:extLst>
              <a:ext uri="{FF2B5EF4-FFF2-40B4-BE49-F238E27FC236}">
                <a16:creationId xmlns:a16="http://schemas.microsoft.com/office/drawing/2014/main" id="{BD7111D3-399E-2120-B153-79C2B379715F}"/>
              </a:ext>
            </a:extLst>
          </p:cNvPr>
          <p:cNvPicPr>
            <a:picLocks noChangeAspect="1"/>
          </p:cNvPicPr>
          <p:nvPr/>
        </p:nvPicPr>
        <p:blipFill>
          <a:blip r:embed="rId3"/>
          <a:stretch>
            <a:fillRect/>
          </a:stretch>
        </p:blipFill>
        <p:spPr>
          <a:xfrm>
            <a:off x="7492180" y="623875"/>
            <a:ext cx="4105459" cy="3077529"/>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907E226F-6547-7DFB-9107-09414DA12B82}"/>
              </a:ext>
            </a:extLst>
          </p:cNvPr>
          <p:cNvPicPr>
            <a:picLocks noChangeAspect="1"/>
          </p:cNvPicPr>
          <p:nvPr/>
        </p:nvPicPr>
        <p:blipFill>
          <a:blip r:embed="rId4"/>
          <a:stretch>
            <a:fillRect/>
          </a:stretch>
        </p:blipFill>
        <p:spPr>
          <a:xfrm>
            <a:off x="3848756" y="3732250"/>
            <a:ext cx="4203864" cy="3136032"/>
          </a:xfrm>
          <a:prstGeom prst="rect">
            <a:avLst/>
          </a:prstGeom>
        </p:spPr>
      </p:pic>
    </p:spTree>
    <p:extLst>
      <p:ext uri="{BB962C8B-B14F-4D97-AF65-F5344CB8AC3E}">
        <p14:creationId xmlns:p14="http://schemas.microsoft.com/office/powerpoint/2010/main" val="665013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567BB8-47A8-3D17-CA61-3DF3D7463429}"/>
              </a:ext>
            </a:extLst>
          </p:cNvPr>
          <p:cNvSpPr>
            <a:spLocks noGrp="1"/>
          </p:cNvSpPr>
          <p:nvPr>
            <p:ph type="title"/>
          </p:nvPr>
        </p:nvSpPr>
        <p:spPr>
          <a:xfrm>
            <a:off x="758952" y="420625"/>
            <a:ext cx="10667998" cy="1374056"/>
          </a:xfrm>
        </p:spPr>
        <p:txBody>
          <a:bodyPr vert="horz" lIns="91440" tIns="45720" rIns="91440" bIns="45720" rtlCol="0" anchor="b">
            <a:normAutofit/>
          </a:bodyPr>
          <a:lstStyle/>
          <a:p>
            <a:r>
              <a:rPr lang="en-US" i="1" kern="1200" spc="100" baseline="0" dirty="0">
                <a:latin typeface="+mj-lt"/>
                <a:ea typeface="+mj-ea"/>
                <a:cs typeface="+mj-cs"/>
              </a:rPr>
              <a:t>PROJECT BUDGET</a:t>
            </a:r>
          </a:p>
        </p:txBody>
      </p:sp>
      <p:sp>
        <p:nvSpPr>
          <p:cNvPr id="30"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graphicFrame>
        <p:nvGraphicFramePr>
          <p:cNvPr id="7" name="Content Placeholder 6">
            <a:extLst>
              <a:ext uri="{FF2B5EF4-FFF2-40B4-BE49-F238E27FC236}">
                <a16:creationId xmlns:a16="http://schemas.microsoft.com/office/drawing/2014/main" id="{A2060C88-A673-5A04-2B63-018F22B06527}"/>
              </a:ext>
            </a:extLst>
          </p:cNvPr>
          <p:cNvGraphicFramePr>
            <a:graphicFrameLocks noGrp="1"/>
          </p:cNvGraphicFramePr>
          <p:nvPr>
            <p:ph idx="1"/>
            <p:extLst>
              <p:ext uri="{D42A27DB-BD31-4B8C-83A1-F6EECF244321}">
                <p14:modId xmlns:p14="http://schemas.microsoft.com/office/powerpoint/2010/main" val="1225571581"/>
              </p:ext>
            </p:extLst>
          </p:nvPr>
        </p:nvGraphicFramePr>
        <p:xfrm>
          <a:off x="1357611" y="2436128"/>
          <a:ext cx="9467636" cy="3265770"/>
        </p:xfrm>
        <a:graphic>
          <a:graphicData uri="http://schemas.openxmlformats.org/drawingml/2006/table">
            <a:tbl>
              <a:tblPr firstRow="1" firstCol="1" lastRow="1" lastCol="1" bandRow="1" bandCol="1">
                <a:tableStyleId>{5C22544A-7EE6-4342-B048-85BDC9FD1C3A}</a:tableStyleId>
              </a:tblPr>
              <a:tblGrid>
                <a:gridCol w="4899686">
                  <a:extLst>
                    <a:ext uri="{9D8B030D-6E8A-4147-A177-3AD203B41FA5}">
                      <a16:colId xmlns:a16="http://schemas.microsoft.com/office/drawing/2014/main" val="1801558389"/>
                    </a:ext>
                  </a:extLst>
                </a:gridCol>
                <a:gridCol w="4567950">
                  <a:extLst>
                    <a:ext uri="{9D8B030D-6E8A-4147-A177-3AD203B41FA5}">
                      <a16:colId xmlns:a16="http://schemas.microsoft.com/office/drawing/2014/main" val="1902248186"/>
                    </a:ext>
                  </a:extLst>
                </a:gridCol>
              </a:tblGrid>
              <a:tr h="329835">
                <a:tc>
                  <a:txBody>
                    <a:bodyPr/>
                    <a:lstStyle/>
                    <a:p>
                      <a:pPr marL="0" marR="0" algn="just">
                        <a:lnSpc>
                          <a:spcPct val="115000"/>
                        </a:lnSpc>
                        <a:buNone/>
                      </a:pPr>
                      <a:r>
                        <a:rPr lang="en-US" sz="1700">
                          <a:effectLst/>
                        </a:rPr>
                        <a:t>Project Phase</a:t>
                      </a:r>
                      <a:endParaRPr lang="en-IN" sz="170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tc>
                  <a:txBody>
                    <a:bodyPr/>
                    <a:lstStyle/>
                    <a:p>
                      <a:pPr marL="0" marR="0" algn="just">
                        <a:lnSpc>
                          <a:spcPct val="115000"/>
                        </a:lnSpc>
                        <a:buNone/>
                      </a:pPr>
                      <a:r>
                        <a:rPr lang="en-US" sz="1700">
                          <a:effectLst/>
                        </a:rPr>
                        <a:t>Budgeted Total</a:t>
                      </a:r>
                      <a:endParaRPr lang="en-IN" sz="170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extLst>
                  <a:ext uri="{0D108BD9-81ED-4DB2-BD59-A6C34878D82A}">
                    <a16:rowId xmlns:a16="http://schemas.microsoft.com/office/drawing/2014/main" val="3989069959"/>
                  </a:ext>
                </a:extLst>
              </a:tr>
              <a:tr h="329835">
                <a:tc>
                  <a:txBody>
                    <a:bodyPr/>
                    <a:lstStyle/>
                    <a:p>
                      <a:pPr marL="0" marR="0" algn="just">
                        <a:lnSpc>
                          <a:spcPct val="115000"/>
                        </a:lnSpc>
                        <a:buNone/>
                      </a:pPr>
                      <a:r>
                        <a:rPr lang="en-US" sz="1700" b="0">
                          <a:effectLst/>
                        </a:rPr>
                        <a:t>Planning</a:t>
                      </a:r>
                      <a:endParaRPr lang="en-IN" sz="1700" b="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tc>
                  <a:txBody>
                    <a:bodyPr/>
                    <a:lstStyle/>
                    <a:p>
                      <a:pPr marL="0" marR="0" algn="just">
                        <a:lnSpc>
                          <a:spcPct val="115000"/>
                        </a:lnSpc>
                        <a:buNone/>
                      </a:pPr>
                      <a:r>
                        <a:rPr lang="en-US" sz="1700" b="0">
                          <a:effectLst/>
                        </a:rPr>
                        <a:t>$500</a:t>
                      </a:r>
                      <a:endParaRPr lang="en-IN" sz="1700" b="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extLst>
                  <a:ext uri="{0D108BD9-81ED-4DB2-BD59-A6C34878D82A}">
                    <a16:rowId xmlns:a16="http://schemas.microsoft.com/office/drawing/2014/main" val="3271203178"/>
                  </a:ext>
                </a:extLst>
              </a:tr>
              <a:tr h="329835">
                <a:tc>
                  <a:txBody>
                    <a:bodyPr/>
                    <a:lstStyle/>
                    <a:p>
                      <a:pPr marL="0" marR="0" algn="just">
                        <a:lnSpc>
                          <a:spcPct val="115000"/>
                        </a:lnSpc>
                        <a:buNone/>
                      </a:pPr>
                      <a:r>
                        <a:rPr lang="en-US" sz="1700" b="0">
                          <a:effectLst/>
                        </a:rPr>
                        <a:t>Execution:  Design</a:t>
                      </a:r>
                      <a:endParaRPr lang="en-IN" sz="1700" b="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tc>
                  <a:txBody>
                    <a:bodyPr/>
                    <a:lstStyle/>
                    <a:p>
                      <a:pPr marL="0" marR="0" algn="just">
                        <a:lnSpc>
                          <a:spcPct val="115000"/>
                        </a:lnSpc>
                        <a:buNone/>
                      </a:pPr>
                      <a:r>
                        <a:rPr lang="en-US" sz="1700" b="0">
                          <a:effectLst/>
                        </a:rPr>
                        <a:t>$690</a:t>
                      </a:r>
                      <a:endParaRPr lang="en-IN" sz="1700" b="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extLst>
                  <a:ext uri="{0D108BD9-81ED-4DB2-BD59-A6C34878D82A}">
                    <a16:rowId xmlns:a16="http://schemas.microsoft.com/office/drawing/2014/main" val="3973887085"/>
                  </a:ext>
                </a:extLst>
              </a:tr>
              <a:tr h="329835">
                <a:tc>
                  <a:txBody>
                    <a:bodyPr/>
                    <a:lstStyle/>
                    <a:p>
                      <a:pPr marL="0" marR="0" algn="just">
                        <a:lnSpc>
                          <a:spcPct val="115000"/>
                        </a:lnSpc>
                        <a:buNone/>
                      </a:pPr>
                      <a:r>
                        <a:rPr lang="en-US" sz="1700" b="0">
                          <a:effectLst/>
                        </a:rPr>
                        <a:t>Execution:   Coding</a:t>
                      </a:r>
                      <a:endParaRPr lang="en-IN" sz="1700" b="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tc>
                  <a:txBody>
                    <a:bodyPr/>
                    <a:lstStyle/>
                    <a:p>
                      <a:pPr marL="0" marR="0" algn="just">
                        <a:lnSpc>
                          <a:spcPct val="115000"/>
                        </a:lnSpc>
                        <a:buNone/>
                      </a:pPr>
                      <a:r>
                        <a:rPr lang="en-US" sz="1700" b="0">
                          <a:effectLst/>
                        </a:rPr>
                        <a:t>$760</a:t>
                      </a:r>
                      <a:endParaRPr lang="en-IN" sz="1700" b="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extLst>
                  <a:ext uri="{0D108BD9-81ED-4DB2-BD59-A6C34878D82A}">
                    <a16:rowId xmlns:a16="http://schemas.microsoft.com/office/drawing/2014/main" val="1144089813"/>
                  </a:ext>
                </a:extLst>
              </a:tr>
              <a:tr h="329835">
                <a:tc>
                  <a:txBody>
                    <a:bodyPr/>
                    <a:lstStyle/>
                    <a:p>
                      <a:pPr marL="0" marR="0" algn="just">
                        <a:lnSpc>
                          <a:spcPct val="115000"/>
                        </a:lnSpc>
                        <a:buNone/>
                      </a:pPr>
                      <a:r>
                        <a:rPr lang="en-US" sz="1700" b="0">
                          <a:effectLst/>
                        </a:rPr>
                        <a:t>Execution:   Testing</a:t>
                      </a:r>
                      <a:endParaRPr lang="en-IN" sz="1700" b="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tc>
                  <a:txBody>
                    <a:bodyPr/>
                    <a:lstStyle/>
                    <a:p>
                      <a:pPr marL="0" marR="0" algn="just">
                        <a:lnSpc>
                          <a:spcPct val="115000"/>
                        </a:lnSpc>
                        <a:buNone/>
                      </a:pPr>
                      <a:r>
                        <a:rPr lang="en-US" sz="1700" b="0">
                          <a:effectLst/>
                        </a:rPr>
                        <a:t>$590</a:t>
                      </a:r>
                      <a:endParaRPr lang="en-IN" sz="1700" b="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extLst>
                  <a:ext uri="{0D108BD9-81ED-4DB2-BD59-A6C34878D82A}">
                    <a16:rowId xmlns:a16="http://schemas.microsoft.com/office/drawing/2014/main" val="1823729077"/>
                  </a:ext>
                </a:extLst>
              </a:tr>
              <a:tr h="329835">
                <a:tc>
                  <a:txBody>
                    <a:bodyPr/>
                    <a:lstStyle/>
                    <a:p>
                      <a:pPr marL="0" marR="0" algn="just">
                        <a:lnSpc>
                          <a:spcPct val="115000"/>
                        </a:lnSpc>
                        <a:buNone/>
                      </a:pPr>
                      <a:r>
                        <a:rPr lang="en-US" sz="1700" b="0">
                          <a:effectLst/>
                        </a:rPr>
                        <a:t>Monitoring/Controlling:  Quality </a:t>
                      </a:r>
                      <a:endParaRPr lang="en-IN" sz="1700" b="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tc>
                  <a:txBody>
                    <a:bodyPr/>
                    <a:lstStyle/>
                    <a:p>
                      <a:pPr marL="0" marR="0" algn="just">
                        <a:lnSpc>
                          <a:spcPct val="115000"/>
                        </a:lnSpc>
                        <a:buNone/>
                      </a:pPr>
                      <a:r>
                        <a:rPr lang="en-US" sz="1700" b="0">
                          <a:effectLst/>
                        </a:rPr>
                        <a:t>$450</a:t>
                      </a:r>
                      <a:endParaRPr lang="en-IN" sz="1700" b="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extLst>
                  <a:ext uri="{0D108BD9-81ED-4DB2-BD59-A6C34878D82A}">
                    <a16:rowId xmlns:a16="http://schemas.microsoft.com/office/drawing/2014/main" val="2894814713"/>
                  </a:ext>
                </a:extLst>
              </a:tr>
              <a:tr h="627090">
                <a:tc>
                  <a:txBody>
                    <a:bodyPr/>
                    <a:lstStyle/>
                    <a:p>
                      <a:pPr marL="0" marR="0" algn="just">
                        <a:lnSpc>
                          <a:spcPct val="115000"/>
                        </a:lnSpc>
                        <a:buNone/>
                      </a:pPr>
                      <a:r>
                        <a:rPr lang="en-US" sz="1700" b="0">
                          <a:effectLst/>
                        </a:rPr>
                        <a:t>Monitoring/Controlling:  Integration &amp; Change Management</a:t>
                      </a:r>
                      <a:endParaRPr lang="en-IN" sz="1700" b="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tc>
                  <a:txBody>
                    <a:bodyPr/>
                    <a:lstStyle/>
                    <a:p>
                      <a:pPr marL="0" marR="0" algn="just">
                        <a:lnSpc>
                          <a:spcPct val="115000"/>
                        </a:lnSpc>
                        <a:buNone/>
                      </a:pPr>
                      <a:r>
                        <a:rPr lang="en-US" sz="1700" b="0" dirty="0">
                          <a:effectLst/>
                        </a:rPr>
                        <a:t>$870</a:t>
                      </a:r>
                      <a:endParaRPr lang="en-IN" sz="1700" b="0" dirty="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extLst>
                  <a:ext uri="{0D108BD9-81ED-4DB2-BD59-A6C34878D82A}">
                    <a16:rowId xmlns:a16="http://schemas.microsoft.com/office/drawing/2014/main" val="1517559698"/>
                  </a:ext>
                </a:extLst>
              </a:tr>
              <a:tr h="329835">
                <a:tc>
                  <a:txBody>
                    <a:bodyPr/>
                    <a:lstStyle/>
                    <a:p>
                      <a:pPr marL="0" marR="0" algn="just">
                        <a:lnSpc>
                          <a:spcPct val="115000"/>
                        </a:lnSpc>
                        <a:buNone/>
                      </a:pPr>
                      <a:r>
                        <a:rPr lang="en-US" sz="1700" b="0">
                          <a:effectLst/>
                        </a:rPr>
                        <a:t>Close-out:  Transition and Closeout</a:t>
                      </a:r>
                      <a:endParaRPr lang="en-IN" sz="1700" b="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tc>
                  <a:txBody>
                    <a:bodyPr/>
                    <a:lstStyle/>
                    <a:p>
                      <a:pPr marL="0" marR="0" algn="just">
                        <a:lnSpc>
                          <a:spcPct val="115000"/>
                        </a:lnSpc>
                        <a:buNone/>
                      </a:pPr>
                      <a:r>
                        <a:rPr lang="en-US" sz="1700" b="0">
                          <a:effectLst/>
                        </a:rPr>
                        <a:t>$430</a:t>
                      </a:r>
                      <a:endParaRPr lang="en-IN" sz="1700" b="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extLst>
                  <a:ext uri="{0D108BD9-81ED-4DB2-BD59-A6C34878D82A}">
                    <a16:rowId xmlns:a16="http://schemas.microsoft.com/office/drawing/2014/main" val="1737437116"/>
                  </a:ext>
                </a:extLst>
              </a:tr>
              <a:tr h="329835">
                <a:tc>
                  <a:txBody>
                    <a:bodyPr/>
                    <a:lstStyle/>
                    <a:p>
                      <a:pPr marL="0" marR="0" algn="just">
                        <a:lnSpc>
                          <a:spcPct val="115000"/>
                        </a:lnSpc>
                        <a:buNone/>
                      </a:pPr>
                      <a:r>
                        <a:rPr lang="en-US" sz="1700" b="0">
                          <a:effectLst/>
                        </a:rPr>
                        <a:t>Contingency</a:t>
                      </a:r>
                      <a:endParaRPr lang="en-IN" sz="1700" b="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tc>
                  <a:txBody>
                    <a:bodyPr/>
                    <a:lstStyle/>
                    <a:p>
                      <a:pPr marL="0" marR="0" algn="just">
                        <a:lnSpc>
                          <a:spcPct val="115000"/>
                        </a:lnSpc>
                        <a:buNone/>
                      </a:pPr>
                      <a:r>
                        <a:rPr lang="en-US" sz="1700" b="0" dirty="0">
                          <a:effectLst/>
                        </a:rPr>
                        <a:t>$1000</a:t>
                      </a:r>
                      <a:endParaRPr lang="en-IN" sz="1700" b="0" dirty="0">
                        <a:effectLst/>
                        <a:latin typeface="Calibri" panose="020F0502020204030204" pitchFamily="34" charset="0"/>
                        <a:ea typeface="Calibri" panose="020F0502020204030204" pitchFamily="34" charset="0"/>
                        <a:cs typeface="Latha" panose="020B0604020202020204" pitchFamily="34" charset="0"/>
                      </a:endParaRPr>
                    </a:p>
                  </a:txBody>
                  <a:tcPr marL="96931" marR="96931" marT="0" marB="0"/>
                </a:tc>
                <a:extLst>
                  <a:ext uri="{0D108BD9-81ED-4DB2-BD59-A6C34878D82A}">
                    <a16:rowId xmlns:a16="http://schemas.microsoft.com/office/drawing/2014/main" val="1833146643"/>
                  </a:ext>
                </a:extLst>
              </a:tr>
            </a:tbl>
          </a:graphicData>
        </a:graphic>
      </p:graphicFrame>
    </p:spTree>
    <p:extLst>
      <p:ext uri="{BB962C8B-B14F-4D97-AF65-F5344CB8AC3E}">
        <p14:creationId xmlns:p14="http://schemas.microsoft.com/office/powerpoint/2010/main" val="2985182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1113FF5-9B84-4A89-BF52-EA3C7E01A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95596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19363C-B53B-C57C-5E6A-02C3995790EC}"/>
              </a:ext>
            </a:extLst>
          </p:cNvPr>
          <p:cNvSpPr>
            <a:spLocks noGrp="1"/>
          </p:cNvSpPr>
          <p:nvPr>
            <p:ph type="title"/>
          </p:nvPr>
        </p:nvSpPr>
        <p:spPr>
          <a:xfrm>
            <a:off x="758952" y="420625"/>
            <a:ext cx="10667998" cy="1326814"/>
          </a:xfrm>
        </p:spPr>
        <p:txBody>
          <a:bodyPr anchor="ctr">
            <a:normAutofit/>
          </a:bodyPr>
          <a:lstStyle/>
          <a:p>
            <a:r>
              <a:rPr lang="en-US">
                <a:solidFill>
                  <a:schemeClr val="bg1"/>
                </a:solidFill>
              </a:rPr>
              <a:t>PROJECT PERFORMANCE</a:t>
            </a:r>
          </a:p>
        </p:txBody>
      </p:sp>
      <p:sp>
        <p:nvSpPr>
          <p:cNvPr id="14"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2" y="56841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bg1"/>
          </a:solidFill>
          <a:ln w="0">
            <a:noFill/>
            <a:prstDash val="solid"/>
            <a:round/>
            <a:headEnd/>
            <a:tailEnd/>
          </a:ln>
        </p:spPr>
        <p:txBody>
          <a:bodyPr anchor="ctr"/>
          <a:lstStyle/>
          <a:p>
            <a:endParaRPr lang="en-US"/>
          </a:p>
        </p:txBody>
      </p:sp>
      <p:graphicFrame>
        <p:nvGraphicFramePr>
          <p:cNvPr id="5" name="Content Placeholder 4">
            <a:extLst>
              <a:ext uri="{FF2B5EF4-FFF2-40B4-BE49-F238E27FC236}">
                <a16:creationId xmlns:a16="http://schemas.microsoft.com/office/drawing/2014/main" id="{E40BA548-B7AB-0E3C-C810-46D231A616C1}"/>
              </a:ext>
            </a:extLst>
          </p:cNvPr>
          <p:cNvGraphicFramePr>
            <a:graphicFrameLocks noGrp="1"/>
          </p:cNvGraphicFramePr>
          <p:nvPr>
            <p:ph idx="1"/>
          </p:nvPr>
        </p:nvGraphicFramePr>
        <p:xfrm>
          <a:off x="758953" y="2785837"/>
          <a:ext cx="10671049" cy="2818614"/>
        </p:xfrm>
        <a:graphic>
          <a:graphicData uri="http://schemas.openxmlformats.org/drawingml/2006/table">
            <a:tbl>
              <a:tblPr firstRow="1" bandRow="1">
                <a:tableStyleId>{5C22544A-7EE6-4342-B048-85BDC9FD1C3A}</a:tableStyleId>
              </a:tblPr>
              <a:tblGrid>
                <a:gridCol w="3291876">
                  <a:extLst>
                    <a:ext uri="{9D8B030D-6E8A-4147-A177-3AD203B41FA5}">
                      <a16:colId xmlns:a16="http://schemas.microsoft.com/office/drawing/2014/main" val="3035836985"/>
                    </a:ext>
                  </a:extLst>
                </a:gridCol>
                <a:gridCol w="7379173">
                  <a:extLst>
                    <a:ext uri="{9D8B030D-6E8A-4147-A177-3AD203B41FA5}">
                      <a16:colId xmlns:a16="http://schemas.microsoft.com/office/drawing/2014/main" val="690108327"/>
                    </a:ext>
                  </a:extLst>
                </a:gridCol>
              </a:tblGrid>
              <a:tr h="878429">
                <a:tc>
                  <a:txBody>
                    <a:bodyPr/>
                    <a:lstStyle/>
                    <a:p>
                      <a:pPr algn="just">
                        <a:lnSpc>
                          <a:spcPct val="115000"/>
                        </a:lnSpc>
                        <a:buNone/>
                      </a:pPr>
                      <a:r>
                        <a:rPr lang="en-US" sz="2000" b="1">
                          <a:solidFill>
                            <a:srgbClr val="000000"/>
                          </a:solidFill>
                          <a:effectLst/>
                          <a:latin typeface="Times New Roman" panose="02020603050405020304" pitchFamily="18" charset="0"/>
                        </a:rPr>
                        <a:t>Key Resource/Process/Service</a:t>
                      </a:r>
                      <a:endParaRPr lang="en-US" sz="3000">
                        <a:effectLst/>
                      </a:endParaRPr>
                    </a:p>
                  </a:txBody>
                  <a:tcPr marL="75555" marR="75555" marT="75555" marB="75555"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6E6E6"/>
                    </a:solidFill>
                  </a:tcPr>
                </a:tc>
                <a:tc>
                  <a:txBody>
                    <a:bodyPr/>
                    <a:lstStyle/>
                    <a:p>
                      <a:pPr algn="just">
                        <a:lnSpc>
                          <a:spcPct val="115000"/>
                        </a:lnSpc>
                        <a:buNone/>
                      </a:pPr>
                      <a:r>
                        <a:rPr lang="en-US" sz="2000" b="1">
                          <a:solidFill>
                            <a:srgbClr val="000000"/>
                          </a:solidFill>
                          <a:effectLst/>
                          <a:latin typeface="Times New Roman" panose="02020603050405020304" pitchFamily="18" charset="0"/>
                        </a:rPr>
                        <a:t>Performance Measure</a:t>
                      </a:r>
                      <a:endParaRPr lang="en-US" sz="3000">
                        <a:effectLst/>
                      </a:endParaRPr>
                    </a:p>
                  </a:txBody>
                  <a:tcPr marL="75555" marR="75555" marT="75555" marB="75555"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6E6E6"/>
                    </a:solidFill>
                  </a:tcPr>
                </a:tc>
                <a:extLst>
                  <a:ext uri="{0D108BD9-81ED-4DB2-BD59-A6C34878D82A}">
                    <a16:rowId xmlns:a16="http://schemas.microsoft.com/office/drawing/2014/main" val="746855422"/>
                  </a:ext>
                </a:extLst>
              </a:tr>
              <a:tr h="530878">
                <a:tc>
                  <a:txBody>
                    <a:bodyPr/>
                    <a:lstStyle/>
                    <a:p>
                      <a:pPr algn="just">
                        <a:lnSpc>
                          <a:spcPct val="115000"/>
                        </a:lnSpc>
                        <a:buNone/>
                      </a:pPr>
                      <a:r>
                        <a:rPr lang="en-US" sz="2000">
                          <a:effectLst/>
                          <a:latin typeface="Times New Roman" panose="02020603050405020304" pitchFamily="18" charset="0"/>
                        </a:rPr>
                        <a:t>Accessibility of space data</a:t>
                      </a:r>
                      <a:endParaRPr lang="en-US" sz="3000">
                        <a:effectLst/>
                      </a:endParaRPr>
                    </a:p>
                  </a:txBody>
                  <a:tcPr marL="75555" marR="75555" marT="75555" marB="75555"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just">
                        <a:lnSpc>
                          <a:spcPct val="115000"/>
                        </a:lnSpc>
                        <a:buNone/>
                      </a:pPr>
                      <a:r>
                        <a:rPr lang="en-US" sz="2000">
                          <a:effectLst/>
                          <a:latin typeface="Times New Roman" panose="02020603050405020304" pitchFamily="18" charset="0"/>
                        </a:rPr>
                        <a:t>This is being measured using a number of downloads from the website</a:t>
                      </a:r>
                      <a:endParaRPr lang="en-US" sz="3000">
                        <a:effectLst/>
                      </a:endParaRPr>
                    </a:p>
                  </a:txBody>
                  <a:tcPr marL="75555" marR="75555" marT="75555" marB="75555"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520214672"/>
                  </a:ext>
                </a:extLst>
              </a:tr>
              <a:tr h="878429">
                <a:tc>
                  <a:txBody>
                    <a:bodyPr/>
                    <a:lstStyle/>
                    <a:p>
                      <a:pPr algn="just">
                        <a:lnSpc>
                          <a:spcPct val="115000"/>
                        </a:lnSpc>
                        <a:buNone/>
                      </a:pPr>
                      <a:r>
                        <a:rPr lang="en-US" sz="2000">
                          <a:effectLst/>
                          <a:latin typeface="Times New Roman" panose="02020603050405020304" pitchFamily="18" charset="0"/>
                        </a:rPr>
                        <a:t>Collaboration</a:t>
                      </a:r>
                      <a:endParaRPr lang="en-US" sz="3000">
                        <a:effectLst/>
                      </a:endParaRPr>
                    </a:p>
                  </a:txBody>
                  <a:tcPr marL="75555" marR="75555" marT="75555" marB="75555"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just">
                        <a:lnSpc>
                          <a:spcPct val="115000"/>
                        </a:lnSpc>
                        <a:buNone/>
                      </a:pPr>
                      <a:r>
                        <a:rPr lang="en-US" sz="2000">
                          <a:effectLst/>
                          <a:latin typeface="Times New Roman" panose="02020603050405020304" pitchFamily="18" charset="0"/>
                        </a:rPr>
                        <a:t>This is measured using number of partnerships and collaboration that is being done in the project</a:t>
                      </a:r>
                      <a:endParaRPr lang="en-US" sz="3000">
                        <a:effectLst/>
                      </a:endParaRPr>
                    </a:p>
                  </a:txBody>
                  <a:tcPr marL="75555" marR="75555" marT="75555" marB="75555"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2112314969"/>
                  </a:ext>
                </a:extLst>
              </a:tr>
              <a:tr h="530878">
                <a:tc>
                  <a:txBody>
                    <a:bodyPr/>
                    <a:lstStyle/>
                    <a:p>
                      <a:pPr algn="just">
                        <a:lnSpc>
                          <a:spcPct val="115000"/>
                        </a:lnSpc>
                        <a:buNone/>
                      </a:pPr>
                      <a:r>
                        <a:rPr lang="en-US" sz="2000">
                          <a:effectLst/>
                          <a:latin typeface="Times New Roman" panose="02020603050405020304" pitchFamily="18" charset="0"/>
                        </a:rPr>
                        <a:t>AI optimization and utilization</a:t>
                      </a:r>
                      <a:endParaRPr lang="en-US" sz="3000">
                        <a:effectLst/>
                      </a:endParaRPr>
                    </a:p>
                  </a:txBody>
                  <a:tcPr marL="75555" marR="75555" marT="75555" marB="75555"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just">
                        <a:lnSpc>
                          <a:spcPct val="115000"/>
                        </a:lnSpc>
                        <a:buNone/>
                      </a:pPr>
                      <a:r>
                        <a:rPr lang="en-US" sz="2000">
                          <a:effectLst/>
                          <a:latin typeface="Times New Roman" panose="02020603050405020304" pitchFamily="18" charset="0"/>
                        </a:rPr>
                        <a:t>This is measured using the number of AI driven plans</a:t>
                      </a:r>
                      <a:endParaRPr lang="en-US" sz="3000">
                        <a:effectLst/>
                      </a:endParaRPr>
                    </a:p>
                  </a:txBody>
                  <a:tcPr marL="75555" marR="75555" marT="75555" marB="75555"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700848620"/>
                  </a:ext>
                </a:extLst>
              </a:tr>
            </a:tbl>
          </a:graphicData>
        </a:graphic>
      </p:graphicFrame>
    </p:spTree>
    <p:extLst>
      <p:ext uri="{BB962C8B-B14F-4D97-AF65-F5344CB8AC3E}">
        <p14:creationId xmlns:p14="http://schemas.microsoft.com/office/powerpoint/2010/main" val="1787629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EB9CCF0-FDC8-4563-ADE4-F400B6BD14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79318"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DDFD4A-1882-63E8-F7A3-0D0F8BC44120}"/>
              </a:ext>
            </a:extLst>
          </p:cNvPr>
          <p:cNvSpPr>
            <a:spLocks noGrp="1"/>
          </p:cNvSpPr>
          <p:nvPr>
            <p:ph type="title"/>
          </p:nvPr>
        </p:nvSpPr>
        <p:spPr>
          <a:xfrm>
            <a:off x="758952" y="758952"/>
            <a:ext cx="3831336" cy="4754880"/>
          </a:xfrm>
        </p:spPr>
        <p:txBody>
          <a:bodyPr anchor="ctr">
            <a:normAutofit/>
          </a:bodyPr>
          <a:lstStyle/>
          <a:p>
            <a:r>
              <a:rPr lang="en-US" sz="5100">
                <a:solidFill>
                  <a:schemeClr val="bg1"/>
                </a:solidFill>
              </a:rPr>
              <a:t>STRATEGIC ALIGNMENT</a:t>
            </a:r>
          </a:p>
        </p:txBody>
      </p:sp>
      <p:sp>
        <p:nvSpPr>
          <p:cNvPr id="14"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graphicFrame>
        <p:nvGraphicFramePr>
          <p:cNvPr id="5" name="Content Placeholder 4">
            <a:extLst>
              <a:ext uri="{FF2B5EF4-FFF2-40B4-BE49-F238E27FC236}">
                <a16:creationId xmlns:a16="http://schemas.microsoft.com/office/drawing/2014/main" id="{037083FA-22E9-466A-6AC8-5A3D5B302228}"/>
              </a:ext>
            </a:extLst>
          </p:cNvPr>
          <p:cNvGraphicFramePr>
            <a:graphicFrameLocks noGrp="1"/>
          </p:cNvGraphicFramePr>
          <p:nvPr>
            <p:ph idx="1"/>
          </p:nvPr>
        </p:nvGraphicFramePr>
        <p:xfrm>
          <a:off x="5725236" y="1786110"/>
          <a:ext cx="5704765" cy="2707930"/>
        </p:xfrm>
        <a:graphic>
          <a:graphicData uri="http://schemas.openxmlformats.org/drawingml/2006/table">
            <a:tbl>
              <a:tblPr firstRow="1" bandRow="1">
                <a:tableStyleId>{5C22544A-7EE6-4342-B048-85BDC9FD1C3A}</a:tableStyleId>
              </a:tblPr>
              <a:tblGrid>
                <a:gridCol w="1531140">
                  <a:extLst>
                    <a:ext uri="{9D8B030D-6E8A-4147-A177-3AD203B41FA5}">
                      <a16:colId xmlns:a16="http://schemas.microsoft.com/office/drawing/2014/main" val="3435310764"/>
                    </a:ext>
                  </a:extLst>
                </a:gridCol>
                <a:gridCol w="1755115">
                  <a:extLst>
                    <a:ext uri="{9D8B030D-6E8A-4147-A177-3AD203B41FA5}">
                      <a16:colId xmlns:a16="http://schemas.microsoft.com/office/drawing/2014/main" val="2197220857"/>
                    </a:ext>
                  </a:extLst>
                </a:gridCol>
                <a:gridCol w="2418510">
                  <a:extLst>
                    <a:ext uri="{9D8B030D-6E8A-4147-A177-3AD203B41FA5}">
                      <a16:colId xmlns:a16="http://schemas.microsoft.com/office/drawing/2014/main" val="1292730396"/>
                    </a:ext>
                  </a:extLst>
                </a:gridCol>
              </a:tblGrid>
              <a:tr h="431655">
                <a:tc>
                  <a:txBody>
                    <a:bodyPr/>
                    <a:lstStyle/>
                    <a:p>
                      <a:pPr algn="just">
                        <a:lnSpc>
                          <a:spcPct val="115000"/>
                        </a:lnSpc>
                        <a:buNone/>
                      </a:pPr>
                      <a:r>
                        <a:rPr lang="en-US" sz="1600" b="1">
                          <a:solidFill>
                            <a:srgbClr val="000000"/>
                          </a:solidFill>
                          <a:effectLst/>
                          <a:latin typeface="Times New Roman" panose="02020603050405020304" pitchFamily="18" charset="0"/>
                        </a:rPr>
                        <a:t>Plan</a:t>
                      </a:r>
                      <a:endParaRPr lang="en-US" sz="2400">
                        <a:effectLst/>
                      </a:endParaRPr>
                    </a:p>
                  </a:txBody>
                  <a:tcPr marL="61433" marR="61433" marT="61433" marB="61433"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6E6E6"/>
                    </a:solidFill>
                  </a:tcPr>
                </a:tc>
                <a:tc>
                  <a:txBody>
                    <a:bodyPr/>
                    <a:lstStyle/>
                    <a:p>
                      <a:pPr algn="just">
                        <a:lnSpc>
                          <a:spcPct val="115000"/>
                        </a:lnSpc>
                        <a:buNone/>
                      </a:pPr>
                      <a:r>
                        <a:rPr lang="en-US" sz="1600" b="1">
                          <a:solidFill>
                            <a:srgbClr val="000000"/>
                          </a:solidFill>
                          <a:effectLst/>
                          <a:latin typeface="Times New Roman" panose="02020603050405020304" pitchFamily="18" charset="0"/>
                        </a:rPr>
                        <a:t>Goals/Objectives</a:t>
                      </a:r>
                      <a:endParaRPr lang="en-US" sz="2400">
                        <a:effectLst/>
                      </a:endParaRPr>
                    </a:p>
                  </a:txBody>
                  <a:tcPr marL="61433" marR="61433" marT="61433" marB="61433"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6E6E6"/>
                    </a:solidFill>
                  </a:tcPr>
                </a:tc>
                <a:tc>
                  <a:txBody>
                    <a:bodyPr/>
                    <a:lstStyle/>
                    <a:p>
                      <a:pPr algn="just">
                        <a:lnSpc>
                          <a:spcPct val="115000"/>
                        </a:lnSpc>
                        <a:buNone/>
                      </a:pPr>
                      <a:r>
                        <a:rPr lang="en-US" sz="1600" b="1">
                          <a:solidFill>
                            <a:srgbClr val="000000"/>
                          </a:solidFill>
                          <a:effectLst/>
                          <a:latin typeface="Times New Roman" panose="02020603050405020304" pitchFamily="18" charset="0"/>
                        </a:rPr>
                        <a:t>Relationship to Project</a:t>
                      </a:r>
                      <a:endParaRPr lang="en-US" sz="2400">
                        <a:effectLst/>
                      </a:endParaRPr>
                    </a:p>
                  </a:txBody>
                  <a:tcPr marL="61433" marR="61433" marT="61433" marB="61433"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6E6E6"/>
                    </a:solidFill>
                  </a:tcPr>
                </a:tc>
                <a:extLst>
                  <a:ext uri="{0D108BD9-81ED-4DB2-BD59-A6C34878D82A}">
                    <a16:rowId xmlns:a16="http://schemas.microsoft.com/office/drawing/2014/main" val="514998520"/>
                  </a:ext>
                </a:extLst>
              </a:tr>
              <a:tr h="1279434">
                <a:tc>
                  <a:txBody>
                    <a:bodyPr/>
                    <a:lstStyle/>
                    <a:p>
                      <a:pPr algn="just">
                        <a:lnSpc>
                          <a:spcPct val="115000"/>
                        </a:lnSpc>
                        <a:buNone/>
                      </a:pPr>
                      <a:r>
                        <a:rPr lang="en-US" sz="1600">
                          <a:effectLst/>
                          <a:latin typeface="Times New Roman" panose="02020603050405020304" pitchFamily="18" charset="0"/>
                        </a:rPr>
                        <a:t>Strategy that is oriented to cost reduction</a:t>
                      </a:r>
                      <a:endParaRPr lang="en-US" sz="2400">
                        <a:effectLst/>
                      </a:endParaRPr>
                    </a:p>
                  </a:txBody>
                  <a:tcPr marL="61433" marR="61433" marT="61433" marB="61433"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just">
                        <a:lnSpc>
                          <a:spcPct val="115000"/>
                        </a:lnSpc>
                        <a:buNone/>
                      </a:pPr>
                      <a:r>
                        <a:rPr lang="en-US" sz="1600">
                          <a:effectLst/>
                          <a:latin typeface="Times New Roman" panose="02020603050405020304" pitchFamily="18" charset="0"/>
                        </a:rPr>
                        <a:t>Minimize the expense</a:t>
                      </a:r>
                      <a:endParaRPr lang="en-US" sz="2400">
                        <a:effectLst/>
                      </a:endParaRPr>
                    </a:p>
                  </a:txBody>
                  <a:tcPr marL="61433" marR="61433" marT="61433" marB="61433"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just">
                        <a:lnSpc>
                          <a:spcPct val="115000"/>
                        </a:lnSpc>
                        <a:buNone/>
                      </a:pPr>
                      <a:r>
                        <a:rPr lang="en-US" sz="1600">
                          <a:effectLst/>
                          <a:latin typeface="Times New Roman" panose="02020603050405020304" pitchFamily="18" charset="0"/>
                        </a:rPr>
                        <a:t>Reducing the cost regarding resource allocations and artificial intelligence integration</a:t>
                      </a:r>
                      <a:endParaRPr lang="en-US" sz="2400">
                        <a:effectLst/>
                      </a:endParaRPr>
                    </a:p>
                  </a:txBody>
                  <a:tcPr marL="61433" marR="61433" marT="61433" marB="61433"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2652497179"/>
                  </a:ext>
                </a:extLst>
              </a:tr>
              <a:tr h="996841">
                <a:tc>
                  <a:txBody>
                    <a:bodyPr/>
                    <a:lstStyle/>
                    <a:p>
                      <a:pPr algn="just">
                        <a:lnSpc>
                          <a:spcPct val="115000"/>
                        </a:lnSpc>
                        <a:buNone/>
                      </a:pPr>
                      <a:r>
                        <a:rPr lang="en-US" sz="1600">
                          <a:effectLst/>
                          <a:latin typeface="Times New Roman" panose="02020603050405020304" pitchFamily="18" charset="0"/>
                        </a:rPr>
                        <a:t>Technological innovation</a:t>
                      </a:r>
                      <a:endParaRPr lang="en-US" sz="2400">
                        <a:effectLst/>
                      </a:endParaRPr>
                    </a:p>
                  </a:txBody>
                  <a:tcPr marL="61433" marR="61433" marT="61433" marB="61433"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just">
                        <a:lnSpc>
                          <a:spcPct val="115000"/>
                        </a:lnSpc>
                        <a:buNone/>
                      </a:pPr>
                      <a:r>
                        <a:rPr lang="en-US" sz="1600">
                          <a:effectLst/>
                          <a:latin typeface="Times New Roman" panose="02020603050405020304" pitchFamily="18" charset="0"/>
                        </a:rPr>
                        <a:t>Developing a best technological model</a:t>
                      </a:r>
                      <a:endParaRPr lang="en-US" sz="2400">
                        <a:effectLst/>
                      </a:endParaRPr>
                    </a:p>
                  </a:txBody>
                  <a:tcPr marL="61433" marR="61433" marT="61433" marB="61433"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just">
                        <a:lnSpc>
                          <a:spcPct val="115000"/>
                        </a:lnSpc>
                        <a:buNone/>
                      </a:pPr>
                      <a:r>
                        <a:rPr lang="en-US" sz="1600">
                          <a:effectLst/>
                          <a:latin typeface="Times New Roman" panose="02020603050405020304" pitchFamily="18" charset="0"/>
                        </a:rPr>
                        <a:t>Providing advanced space mission models using the real time data.</a:t>
                      </a:r>
                      <a:endParaRPr lang="en-US" sz="2400">
                        <a:effectLst/>
                      </a:endParaRPr>
                    </a:p>
                  </a:txBody>
                  <a:tcPr marL="61433" marR="61433" marT="61433" marB="61433"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3683939442"/>
                  </a:ext>
                </a:extLst>
              </a:tr>
            </a:tbl>
          </a:graphicData>
        </a:graphic>
      </p:graphicFrame>
    </p:spTree>
    <p:extLst>
      <p:ext uri="{BB962C8B-B14F-4D97-AF65-F5344CB8AC3E}">
        <p14:creationId xmlns:p14="http://schemas.microsoft.com/office/powerpoint/2010/main" val="2630609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24" name="Freeform 6">
            <a:extLst>
              <a:ext uri="{FF2B5EF4-FFF2-40B4-BE49-F238E27FC236}">
                <a16:creationId xmlns:a16="http://schemas.microsoft.com/office/drawing/2014/main" id="{DD4C4B28-6B4B-4445-8535-F516D74E4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26" name="Straight Connector 25">
            <a:extLst>
              <a:ext uri="{FF2B5EF4-FFF2-40B4-BE49-F238E27FC236}">
                <a16:creationId xmlns:a16="http://schemas.microsoft.com/office/drawing/2014/main" id="{0CB1C732-7193-4253-8746-850D090A6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ulti-colored paper-craft art">
            <a:extLst>
              <a:ext uri="{FF2B5EF4-FFF2-40B4-BE49-F238E27FC236}">
                <a16:creationId xmlns:a16="http://schemas.microsoft.com/office/drawing/2014/main" id="{2DB3777D-6514-E98D-076B-15E173BA1F3A}"/>
              </a:ext>
            </a:extLst>
          </p:cNvPr>
          <p:cNvPicPr>
            <a:picLocks noChangeAspect="1"/>
          </p:cNvPicPr>
          <p:nvPr/>
        </p:nvPicPr>
        <p:blipFill>
          <a:blip r:embed="rId2">
            <a:alphaModFix amt="33000"/>
          </a:blip>
          <a:srcRect t="10898" b="4832"/>
          <a:stretch/>
        </p:blipFill>
        <p:spPr>
          <a:xfrm>
            <a:off x="20" y="10"/>
            <a:ext cx="12191980" cy="6857990"/>
          </a:xfrm>
          <a:prstGeom prst="rect">
            <a:avLst/>
          </a:prstGeom>
        </p:spPr>
      </p:pic>
      <p:sp>
        <p:nvSpPr>
          <p:cNvPr id="2" name="Title 1">
            <a:extLst>
              <a:ext uri="{FF2B5EF4-FFF2-40B4-BE49-F238E27FC236}">
                <a16:creationId xmlns:a16="http://schemas.microsoft.com/office/drawing/2014/main" id="{9C3467B7-68C7-EB9C-7749-30363595AE9A}"/>
              </a:ext>
            </a:extLst>
          </p:cNvPr>
          <p:cNvSpPr>
            <a:spLocks noGrp="1"/>
          </p:cNvSpPr>
          <p:nvPr>
            <p:ph type="title"/>
          </p:nvPr>
        </p:nvSpPr>
        <p:spPr>
          <a:xfrm>
            <a:off x="1078991" y="1143000"/>
            <a:ext cx="10108961" cy="5225527"/>
          </a:xfrm>
        </p:spPr>
        <p:txBody>
          <a:bodyPr vert="horz" lIns="91440" tIns="45720" rIns="91440" bIns="45720" rtlCol="0" anchor="t">
            <a:normAutofit/>
          </a:bodyPr>
          <a:lstStyle/>
          <a:p>
            <a:pPr marL="457200" indent="-457200">
              <a:buFont typeface="Arial" panose="020B0604020202020204" pitchFamily="34" charset="0"/>
              <a:buChar char="•"/>
            </a:pPr>
            <a:r>
              <a:rPr lang="en-US" sz="2800" i="0" dirty="0">
                <a:solidFill>
                  <a:schemeClr val="tx1">
                    <a:lumMod val="95000"/>
                    <a:lumOff val="5000"/>
                  </a:schemeClr>
                </a:solidFill>
              </a:rPr>
              <a:t>The various communication management approach involved in this project includes a structured messaging which takes up regular basis either biweekly or monthly ones with the stakeholders and other vendors.</a:t>
            </a:r>
          </a:p>
          <a:p>
            <a:pPr marL="457200" indent="-457200">
              <a:buFont typeface="Arial" panose="020B0604020202020204" pitchFamily="34" charset="0"/>
              <a:buChar char="•"/>
            </a:pPr>
            <a:r>
              <a:rPr lang="en-US" sz="2800" i="0" dirty="0">
                <a:solidFill>
                  <a:schemeClr val="tx1">
                    <a:lumMod val="95000"/>
                    <a:lumOff val="5000"/>
                  </a:schemeClr>
                </a:solidFill>
              </a:rPr>
              <a:t>There will be centralized communication up which includes documentation updates which are easily accessible to the all members of the organization.</a:t>
            </a:r>
          </a:p>
          <a:p>
            <a:pPr marL="457200" indent="-457200">
              <a:buFont typeface="Arial" panose="020B0604020202020204" pitchFamily="34" charset="0"/>
              <a:buChar char="•"/>
            </a:pPr>
            <a:r>
              <a:rPr lang="en-US" sz="2800" i="0" dirty="0">
                <a:solidFill>
                  <a:schemeClr val="tx1">
                    <a:lumMod val="95000"/>
                    <a:lumOff val="5000"/>
                  </a:schemeClr>
                </a:solidFill>
              </a:rPr>
              <a:t>There will be a proper communication channel between the stakeholders and the organization</a:t>
            </a:r>
          </a:p>
          <a:p>
            <a:pPr marL="457200" indent="-457200">
              <a:buFont typeface="Arial" panose="020B0604020202020204" pitchFamily="34" charset="0"/>
              <a:buChar char="•"/>
            </a:pPr>
            <a:r>
              <a:rPr lang="en-US" sz="2800" i="0" dirty="0">
                <a:solidFill>
                  <a:schemeClr val="tx1">
                    <a:lumMod val="95000"/>
                    <a:lumOff val="5000"/>
                  </a:schemeClr>
                </a:solidFill>
              </a:rPr>
              <a:t>There should be a proper feedback system and mechanism to be initiated so that the team members on the stakeholders takes up few surveys for the </a:t>
            </a:r>
            <a:r>
              <a:rPr lang="en-US" sz="2800" i="0" dirty="0" err="1">
                <a:solidFill>
                  <a:schemeClr val="tx1">
                    <a:lumMod val="95000"/>
                    <a:lumOff val="5000"/>
                  </a:schemeClr>
                </a:solidFill>
              </a:rPr>
              <a:t>updation</a:t>
            </a:r>
            <a:r>
              <a:rPr lang="en-US" sz="2800" i="0" dirty="0">
                <a:solidFill>
                  <a:schemeClr val="tx1">
                    <a:lumMod val="95000"/>
                    <a:lumOff val="5000"/>
                  </a:schemeClr>
                </a:solidFill>
              </a:rPr>
              <a:t> of the project and for gradual improvement in the practice that has been taken up.</a:t>
            </a:r>
          </a:p>
          <a:p>
            <a:pPr marL="457200" indent="-457200">
              <a:buFont typeface="Arial" panose="020B0604020202020204" pitchFamily="34" charset="0"/>
              <a:buChar char="•"/>
            </a:pPr>
            <a:endParaRPr lang="en-US" sz="2800" i="0" dirty="0">
              <a:solidFill>
                <a:schemeClr val="tx1">
                  <a:lumMod val="95000"/>
                  <a:lumOff val="5000"/>
                </a:schemeClr>
              </a:solidFill>
            </a:endParaRPr>
          </a:p>
        </p:txBody>
      </p:sp>
      <p:sp>
        <p:nvSpPr>
          <p:cNvPr id="3" name="Content Placeholder 2">
            <a:extLst>
              <a:ext uri="{FF2B5EF4-FFF2-40B4-BE49-F238E27FC236}">
                <a16:creationId xmlns:a16="http://schemas.microsoft.com/office/drawing/2014/main" id="{E97D1227-0399-D697-3CD0-C1A199174DCA}"/>
              </a:ext>
            </a:extLst>
          </p:cNvPr>
          <p:cNvSpPr>
            <a:spLocks noGrp="1"/>
          </p:cNvSpPr>
          <p:nvPr>
            <p:ph type="body" idx="1"/>
          </p:nvPr>
        </p:nvSpPr>
        <p:spPr>
          <a:xfrm>
            <a:off x="2402183" y="0"/>
            <a:ext cx="9052560" cy="704088"/>
          </a:xfrm>
        </p:spPr>
        <p:txBody>
          <a:bodyPr vert="horz" lIns="91440" tIns="45720" rIns="91440" bIns="45720" rtlCol="0">
            <a:normAutofit/>
          </a:bodyPr>
          <a:lstStyle/>
          <a:p>
            <a:pPr>
              <a:lnSpc>
                <a:spcPct val="100000"/>
              </a:lnSpc>
            </a:pPr>
            <a:r>
              <a:rPr lang="en-US" sz="2200" b="1" dirty="0"/>
              <a:t>COMMUNICATION MANAGEMENT APPROACH</a:t>
            </a:r>
          </a:p>
        </p:txBody>
      </p:sp>
      <p:cxnSp>
        <p:nvCxnSpPr>
          <p:cNvPr id="30" name="Straight Connector 29">
            <a:extLst>
              <a:ext uri="{FF2B5EF4-FFF2-40B4-BE49-F238E27FC236}">
                <a16:creationId xmlns:a16="http://schemas.microsoft.com/office/drawing/2014/main" id="{D81E42A3-743C-4C15-9DA8-93AA9AEBFB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143293"/>
            <a:ext cx="0" cy="57147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Freeform 6">
            <a:extLst>
              <a:ext uri="{FF2B5EF4-FFF2-40B4-BE49-F238E27FC236}">
                <a16:creationId xmlns:a16="http://schemas.microsoft.com/office/drawing/2014/main" id="{7021D92D-08FF-45A6-9109-AC9462C7E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43293"/>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525621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2" name="Freeform 6">
            <a:extLst>
              <a:ext uri="{FF2B5EF4-FFF2-40B4-BE49-F238E27FC236}">
                <a16:creationId xmlns:a16="http://schemas.microsoft.com/office/drawing/2014/main" id="{DD4C4B28-6B4B-4445-8535-F516D74E4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23" name="Straight Connector 22">
            <a:extLst>
              <a:ext uri="{FF2B5EF4-FFF2-40B4-BE49-F238E27FC236}">
                <a16:creationId xmlns:a16="http://schemas.microsoft.com/office/drawing/2014/main" id="{0CB1C732-7193-4253-8746-850D090A6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7AF9319C-2D9B-4868-AEAE-37298EA0F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215066" cy="6858000"/>
          </a:xfrm>
          <a:custGeom>
            <a:avLst/>
            <a:gdLst>
              <a:gd name="connsiteX0" fmla="*/ 0 w 5215066"/>
              <a:gd name="connsiteY0" fmla="*/ 0 h 6858000"/>
              <a:gd name="connsiteX1" fmla="*/ 3197713 w 5215066"/>
              <a:gd name="connsiteY1" fmla="*/ 0 h 6858000"/>
              <a:gd name="connsiteX2" fmla="*/ 3259787 w 5215066"/>
              <a:gd name="connsiteY2" fmla="*/ 39865 h 6858000"/>
              <a:gd name="connsiteX3" fmla="*/ 5215066 w 5215066"/>
              <a:gd name="connsiteY3" fmla="*/ 3723759 h 6858000"/>
              <a:gd name="connsiteX4" fmla="*/ 4202364 w 5215066"/>
              <a:gd name="connsiteY4" fmla="*/ 6549681 h 6858000"/>
              <a:gd name="connsiteX5" fmla="*/ 3922635 w 5215066"/>
              <a:gd name="connsiteY5" fmla="*/ 6858000 h 6858000"/>
              <a:gd name="connsiteX6" fmla="*/ 0 w 521506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0" y="0"/>
                </a:moveTo>
                <a:lnTo>
                  <a:pt x="3197713" y="0"/>
                </a:lnTo>
                <a:lnTo>
                  <a:pt x="3259787" y="39865"/>
                </a:lnTo>
                <a:cubicBezTo>
                  <a:pt x="4439462" y="838237"/>
                  <a:pt x="5215066" y="2190263"/>
                  <a:pt x="5215066" y="3723759"/>
                </a:cubicBezTo>
                <a:cubicBezTo>
                  <a:pt x="5215066" y="4797206"/>
                  <a:pt x="4835020" y="5781733"/>
                  <a:pt x="4202364" y="6549681"/>
                </a:cubicBezTo>
                <a:lnTo>
                  <a:pt x="3922635" y="6858000"/>
                </a:lnTo>
                <a:lnTo>
                  <a:pt x="0" y="685800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A04AB66-35A9-A8A3-D466-B39B2CEAEA84}"/>
              </a:ext>
            </a:extLst>
          </p:cNvPr>
          <p:cNvSpPr>
            <a:spLocks noGrp="1"/>
          </p:cNvSpPr>
          <p:nvPr>
            <p:ph type="title"/>
          </p:nvPr>
        </p:nvSpPr>
        <p:spPr>
          <a:xfrm>
            <a:off x="120217" y="1296900"/>
            <a:ext cx="5666051" cy="3364701"/>
          </a:xfrm>
        </p:spPr>
        <p:txBody>
          <a:bodyPr vert="horz" lIns="91440" tIns="45720" rIns="91440" bIns="45720" rtlCol="0" anchor="b">
            <a:normAutofit/>
          </a:bodyPr>
          <a:lstStyle/>
          <a:p>
            <a:r>
              <a:rPr lang="en-US" sz="4800" dirty="0">
                <a:solidFill>
                  <a:schemeClr val="bg1"/>
                </a:solidFill>
              </a:rPr>
              <a:t>COMMUNICATION MATRIX</a:t>
            </a:r>
            <a:endParaRPr lang="en-US" sz="4800" i="1" kern="1200" spc="100" baseline="0" dirty="0">
              <a:solidFill>
                <a:schemeClr val="bg1"/>
              </a:solidFill>
              <a:latin typeface="+mj-lt"/>
              <a:ea typeface="+mj-ea"/>
              <a:cs typeface="+mj-cs"/>
            </a:endParaRPr>
          </a:p>
        </p:txBody>
      </p:sp>
      <p:sp>
        <p:nvSpPr>
          <p:cNvPr id="3" name="Text Placeholder 2">
            <a:extLst>
              <a:ext uri="{FF2B5EF4-FFF2-40B4-BE49-F238E27FC236}">
                <a16:creationId xmlns:a16="http://schemas.microsoft.com/office/drawing/2014/main" id="{FECAEA35-6D5B-F58B-8329-3881B54338F2}"/>
              </a:ext>
            </a:extLst>
          </p:cNvPr>
          <p:cNvSpPr>
            <a:spLocks noGrp="1"/>
          </p:cNvSpPr>
          <p:nvPr>
            <p:ph type="body" idx="1"/>
          </p:nvPr>
        </p:nvSpPr>
        <p:spPr>
          <a:xfrm>
            <a:off x="758953" y="4660288"/>
            <a:ext cx="3447287" cy="1126364"/>
          </a:xfrm>
        </p:spPr>
        <p:txBody>
          <a:bodyPr vert="horz" lIns="91440" tIns="45720" rIns="91440" bIns="45720" rtlCol="0" anchor="t">
            <a:normAutofit/>
          </a:bodyPr>
          <a:lstStyle/>
          <a:p>
            <a:pPr>
              <a:lnSpc>
                <a:spcPct val="100000"/>
              </a:lnSpc>
            </a:pPr>
            <a:endParaRPr lang="en-US" sz="2200">
              <a:solidFill>
                <a:schemeClr val="bg1"/>
              </a:solidFill>
            </a:endParaRPr>
          </a:p>
        </p:txBody>
      </p:sp>
      <p:sp>
        <p:nvSpPr>
          <p:cNvPr id="26" name="Freeform 6">
            <a:extLst>
              <a:ext uri="{FF2B5EF4-FFF2-40B4-BE49-F238E27FC236}">
                <a16:creationId xmlns:a16="http://schemas.microsoft.com/office/drawing/2014/main" id="{ADA271CD-3011-4A05-B4A3-80F179468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graphicFrame>
        <p:nvGraphicFramePr>
          <p:cNvPr id="7" name="Table 6">
            <a:extLst>
              <a:ext uri="{FF2B5EF4-FFF2-40B4-BE49-F238E27FC236}">
                <a16:creationId xmlns:a16="http://schemas.microsoft.com/office/drawing/2014/main" id="{2C2EA891-9E5D-BF53-2BFB-32AAA60088E7}"/>
              </a:ext>
            </a:extLst>
          </p:cNvPr>
          <p:cNvGraphicFramePr>
            <a:graphicFrameLocks noGrp="1"/>
          </p:cNvGraphicFramePr>
          <p:nvPr>
            <p:extLst>
              <p:ext uri="{D42A27DB-BD31-4B8C-83A1-F6EECF244321}">
                <p14:modId xmlns:p14="http://schemas.microsoft.com/office/powerpoint/2010/main" val="287860554"/>
              </p:ext>
            </p:extLst>
          </p:nvPr>
        </p:nvGraphicFramePr>
        <p:xfrm>
          <a:off x="5423647" y="1804147"/>
          <a:ext cx="6329959" cy="4420720"/>
        </p:xfrm>
        <a:graphic>
          <a:graphicData uri="http://schemas.openxmlformats.org/drawingml/2006/table">
            <a:tbl>
              <a:tblPr firstRow="1" firstCol="1" bandRow="1" bandCol="1">
                <a:tableStyleId>{5C22544A-7EE6-4342-B048-85BDC9FD1C3A}</a:tableStyleId>
              </a:tblPr>
              <a:tblGrid>
                <a:gridCol w="1134505">
                  <a:extLst>
                    <a:ext uri="{9D8B030D-6E8A-4147-A177-3AD203B41FA5}">
                      <a16:colId xmlns:a16="http://schemas.microsoft.com/office/drawing/2014/main" val="3356316661"/>
                    </a:ext>
                  </a:extLst>
                </a:gridCol>
                <a:gridCol w="1032297">
                  <a:extLst>
                    <a:ext uri="{9D8B030D-6E8A-4147-A177-3AD203B41FA5}">
                      <a16:colId xmlns:a16="http://schemas.microsoft.com/office/drawing/2014/main" val="2248555670"/>
                    </a:ext>
                  </a:extLst>
                </a:gridCol>
                <a:gridCol w="602423">
                  <a:extLst>
                    <a:ext uri="{9D8B030D-6E8A-4147-A177-3AD203B41FA5}">
                      <a16:colId xmlns:a16="http://schemas.microsoft.com/office/drawing/2014/main" val="1084463171"/>
                    </a:ext>
                  </a:extLst>
                </a:gridCol>
                <a:gridCol w="620461">
                  <a:extLst>
                    <a:ext uri="{9D8B030D-6E8A-4147-A177-3AD203B41FA5}">
                      <a16:colId xmlns:a16="http://schemas.microsoft.com/office/drawing/2014/main" val="3932868190"/>
                    </a:ext>
                  </a:extLst>
                </a:gridCol>
                <a:gridCol w="760245">
                  <a:extLst>
                    <a:ext uri="{9D8B030D-6E8A-4147-A177-3AD203B41FA5}">
                      <a16:colId xmlns:a16="http://schemas.microsoft.com/office/drawing/2014/main" val="1688229411"/>
                    </a:ext>
                  </a:extLst>
                </a:gridCol>
                <a:gridCol w="752729">
                  <a:extLst>
                    <a:ext uri="{9D8B030D-6E8A-4147-A177-3AD203B41FA5}">
                      <a16:colId xmlns:a16="http://schemas.microsoft.com/office/drawing/2014/main" val="1973467622"/>
                    </a:ext>
                  </a:extLst>
                </a:gridCol>
                <a:gridCol w="774927">
                  <a:extLst>
                    <a:ext uri="{9D8B030D-6E8A-4147-A177-3AD203B41FA5}">
                      <a16:colId xmlns:a16="http://schemas.microsoft.com/office/drawing/2014/main" val="4244740465"/>
                    </a:ext>
                  </a:extLst>
                </a:gridCol>
                <a:gridCol w="652372">
                  <a:extLst>
                    <a:ext uri="{9D8B030D-6E8A-4147-A177-3AD203B41FA5}">
                      <a16:colId xmlns:a16="http://schemas.microsoft.com/office/drawing/2014/main" val="3322038526"/>
                    </a:ext>
                  </a:extLst>
                </a:gridCol>
              </a:tblGrid>
              <a:tr h="663108">
                <a:tc>
                  <a:txBody>
                    <a:bodyPr/>
                    <a:lstStyle/>
                    <a:p>
                      <a:pPr algn="just">
                        <a:lnSpc>
                          <a:spcPct val="115000"/>
                        </a:lnSpc>
                        <a:buNone/>
                      </a:pPr>
                      <a:r>
                        <a:rPr lang="en-US" sz="1050" b="1" dirty="0">
                          <a:solidFill>
                            <a:srgbClr val="000000"/>
                          </a:solidFill>
                          <a:effectLst/>
                          <a:latin typeface="Times New Roman"/>
                        </a:rPr>
                        <a:t>Communication Type</a:t>
                      </a:r>
                      <a:endParaRPr lang="en-US" sz="1050">
                        <a:effectLst/>
                        <a:latin typeface="Times New Roman"/>
                      </a:endParaRP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15000"/>
                        </a:lnSpc>
                        <a:buNone/>
                      </a:pPr>
                      <a:r>
                        <a:rPr lang="en-US" sz="1050" b="1" dirty="0">
                          <a:solidFill>
                            <a:srgbClr val="000000"/>
                          </a:solidFill>
                          <a:effectLst/>
                          <a:latin typeface="Times New Roman"/>
                        </a:rPr>
                        <a:t>Objective of Communication</a:t>
                      </a:r>
                      <a:endParaRPr lang="en-US" sz="1050">
                        <a:effectLst/>
                        <a:latin typeface="Times New Roman"/>
                      </a:endParaRP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15000"/>
                        </a:lnSpc>
                        <a:buNone/>
                      </a:pPr>
                      <a:r>
                        <a:rPr lang="en-US" sz="1050" b="1" dirty="0">
                          <a:solidFill>
                            <a:srgbClr val="000000"/>
                          </a:solidFill>
                          <a:effectLst/>
                          <a:latin typeface="Times New Roman"/>
                        </a:rPr>
                        <a:t>Medium</a:t>
                      </a:r>
                      <a:endParaRPr lang="en-US" sz="1050">
                        <a:effectLst/>
                        <a:latin typeface="Times New Roman"/>
                      </a:endParaRP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15000"/>
                        </a:lnSpc>
                        <a:buNone/>
                      </a:pPr>
                      <a:r>
                        <a:rPr lang="en-US" sz="1050" b="1" dirty="0">
                          <a:solidFill>
                            <a:srgbClr val="000000"/>
                          </a:solidFill>
                          <a:effectLst/>
                          <a:latin typeface="Times New Roman"/>
                        </a:rPr>
                        <a:t>Frequency</a:t>
                      </a:r>
                      <a:endParaRPr lang="en-US" sz="1050">
                        <a:effectLst/>
                        <a:latin typeface="Times New Roman"/>
                      </a:endParaRP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15000"/>
                        </a:lnSpc>
                        <a:buNone/>
                      </a:pPr>
                      <a:r>
                        <a:rPr lang="en-US" sz="1050" b="1" dirty="0">
                          <a:solidFill>
                            <a:srgbClr val="000000"/>
                          </a:solidFill>
                          <a:effectLst/>
                          <a:latin typeface="Times New Roman"/>
                        </a:rPr>
                        <a:t>Audience</a:t>
                      </a:r>
                      <a:endParaRPr lang="en-US" sz="1050">
                        <a:effectLst/>
                        <a:latin typeface="Times New Roman"/>
                      </a:endParaRP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15000"/>
                        </a:lnSpc>
                        <a:buNone/>
                      </a:pPr>
                      <a:r>
                        <a:rPr lang="en-US" sz="1050" b="1" dirty="0">
                          <a:solidFill>
                            <a:srgbClr val="000000"/>
                          </a:solidFill>
                          <a:effectLst/>
                          <a:latin typeface="Times New Roman"/>
                        </a:rPr>
                        <a:t>Owner</a:t>
                      </a:r>
                      <a:endParaRPr lang="en-US" sz="1050">
                        <a:effectLst/>
                        <a:latin typeface="Times New Roman"/>
                      </a:endParaRP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15000"/>
                        </a:lnSpc>
                        <a:buNone/>
                      </a:pPr>
                      <a:r>
                        <a:rPr lang="en-US" sz="1050" b="1" dirty="0">
                          <a:solidFill>
                            <a:srgbClr val="000000"/>
                          </a:solidFill>
                          <a:effectLst/>
                          <a:latin typeface="Times New Roman"/>
                        </a:rPr>
                        <a:t>Deliverable</a:t>
                      </a:r>
                      <a:endParaRPr lang="en-US" sz="1050">
                        <a:effectLst/>
                        <a:latin typeface="Times New Roman"/>
                      </a:endParaRP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15000"/>
                        </a:lnSpc>
                        <a:buNone/>
                      </a:pPr>
                      <a:r>
                        <a:rPr lang="en-US" sz="1050" b="1" dirty="0">
                          <a:solidFill>
                            <a:srgbClr val="000000"/>
                          </a:solidFill>
                          <a:effectLst/>
                          <a:latin typeface="Times New Roman"/>
                        </a:rPr>
                        <a:t>Format</a:t>
                      </a:r>
                      <a:endParaRPr lang="en-US" sz="1050">
                        <a:effectLst/>
                        <a:latin typeface="Times New Roman"/>
                      </a:endParaRP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214946066"/>
                  </a:ext>
                </a:extLst>
              </a:tr>
              <a:tr h="1547252">
                <a:tc>
                  <a:txBody>
                    <a:bodyPr/>
                    <a:lstStyle/>
                    <a:p>
                      <a:pPr algn="just">
                        <a:lnSpc>
                          <a:spcPct val="115000"/>
                        </a:lnSpc>
                        <a:buNone/>
                      </a:pPr>
                      <a:r>
                        <a:rPr lang="en-US" sz="1050" dirty="0">
                          <a:solidFill>
                            <a:schemeClr val="tx1"/>
                          </a:solidFill>
                          <a:effectLst/>
                          <a:latin typeface="Times New Roman"/>
                        </a:rPr>
                        <a:t>Review meetings</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Addressing various types of resources which are under risk</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Video conference</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Monthly once</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Risk manager risk management team project team</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Risk manager</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Risk registered assessment reports</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Digital documents</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3670260"/>
                  </a:ext>
                </a:extLst>
              </a:tr>
              <a:tr h="1105180">
                <a:tc>
                  <a:txBody>
                    <a:bodyPr/>
                    <a:lstStyle/>
                    <a:p>
                      <a:pPr algn="just">
                        <a:lnSpc>
                          <a:spcPct val="115000"/>
                        </a:lnSpc>
                        <a:buNone/>
                      </a:pPr>
                      <a:r>
                        <a:rPr lang="en-US" sz="1050" dirty="0">
                          <a:solidFill>
                            <a:schemeClr val="tx1"/>
                          </a:solidFill>
                          <a:effectLst/>
                          <a:latin typeface="Times New Roman"/>
                        </a:rPr>
                        <a:t>Review on design and user interface</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Reviewing the existing design and the updates can be infused into it</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Virtual meeting</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Monthly </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Designing team and stakeholders</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err="1">
                          <a:solidFill>
                            <a:schemeClr val="tx1"/>
                          </a:solidFill>
                          <a:effectLst/>
                          <a:latin typeface="Times New Roman"/>
                        </a:rPr>
                        <a:t>Designinglead</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Designing report and summary</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Digital documentation</a:t>
                      </a:r>
                    </a:p>
                    <a:p>
                      <a:pPr algn="just">
                        <a:lnSpc>
                          <a:spcPct val="115000"/>
                        </a:lnSpc>
                        <a:buNone/>
                      </a:pPr>
                      <a:endParaRPr lang="en-US" sz="1050" dirty="0">
                        <a:solidFill>
                          <a:schemeClr val="tx1"/>
                        </a:solidFill>
                        <a:effectLst/>
                        <a:latin typeface="Times New Roman"/>
                      </a:endParaRP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5060118"/>
                  </a:ext>
                </a:extLst>
              </a:tr>
              <a:tr h="1105180">
                <a:tc>
                  <a:txBody>
                    <a:bodyPr/>
                    <a:lstStyle/>
                    <a:p>
                      <a:pPr algn="just">
                        <a:lnSpc>
                          <a:spcPct val="115000"/>
                        </a:lnSpc>
                        <a:buNone/>
                      </a:pPr>
                      <a:r>
                        <a:rPr lang="en-US" sz="1050" dirty="0">
                          <a:solidFill>
                            <a:schemeClr val="tx1"/>
                          </a:solidFill>
                          <a:effectLst/>
                          <a:latin typeface="Times New Roman"/>
                        </a:rPr>
                        <a:t>Change control meetings</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Changes has to be initiated to the project for its betterment</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Video conference</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Biweekly</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Change control board project manager</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Change management manager</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tabLst>
                          <a:tab pos="457200" algn="l"/>
                        </a:tabLst>
                      </a:pPr>
                      <a:r>
                        <a:rPr lang="en-US" sz="1050" dirty="0">
                          <a:solidFill>
                            <a:schemeClr val="tx1"/>
                          </a:solidFill>
                          <a:effectLst/>
                          <a:latin typeface="Times New Roman"/>
                        </a:rPr>
                        <a:t>Change request</a:t>
                      </a: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050" dirty="0">
                          <a:solidFill>
                            <a:schemeClr val="tx1"/>
                          </a:solidFill>
                          <a:effectLst/>
                          <a:latin typeface="Times New Roman"/>
                        </a:rPr>
                        <a:t>Digital documentation</a:t>
                      </a:r>
                    </a:p>
                    <a:p>
                      <a:pPr algn="just">
                        <a:lnSpc>
                          <a:spcPct val="115000"/>
                        </a:lnSpc>
                        <a:buNone/>
                        <a:tabLst>
                          <a:tab pos="457200" algn="l"/>
                        </a:tabLst>
                      </a:pPr>
                      <a:endParaRPr lang="en-US" sz="1050" dirty="0">
                        <a:solidFill>
                          <a:schemeClr val="tx1"/>
                        </a:solidFill>
                        <a:effectLst/>
                        <a:latin typeface="Times New Roman"/>
                      </a:endParaRPr>
                    </a:p>
                  </a:txBody>
                  <a:tcPr marL="28929" marR="289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2321403"/>
                  </a:ext>
                </a:extLst>
              </a:tr>
            </a:tbl>
          </a:graphicData>
        </a:graphic>
      </p:graphicFrame>
    </p:spTree>
    <p:extLst>
      <p:ext uri="{BB962C8B-B14F-4D97-AF65-F5344CB8AC3E}">
        <p14:creationId xmlns:p14="http://schemas.microsoft.com/office/powerpoint/2010/main" val="969677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044610B-9DC0-0684-370F-45EBCC5FEB3A}"/>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1113FF5-9B84-4A89-BF52-EA3C7E01A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95596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822582-78A1-1C57-9E83-AB63ED1D1DE3}"/>
              </a:ext>
            </a:extLst>
          </p:cNvPr>
          <p:cNvSpPr>
            <a:spLocks noGrp="1"/>
          </p:cNvSpPr>
          <p:nvPr>
            <p:ph type="title"/>
          </p:nvPr>
        </p:nvSpPr>
        <p:spPr>
          <a:xfrm>
            <a:off x="758952" y="420625"/>
            <a:ext cx="10667998" cy="1326814"/>
          </a:xfrm>
        </p:spPr>
        <p:txBody>
          <a:bodyPr anchor="ctr">
            <a:normAutofit/>
          </a:bodyPr>
          <a:lstStyle/>
          <a:p>
            <a:r>
              <a:rPr lang="en-US" sz="4700">
                <a:solidFill>
                  <a:schemeClr val="bg1"/>
                </a:solidFill>
              </a:rPr>
              <a:t>COMMUNICATION ESCALATION PROCESS</a:t>
            </a:r>
          </a:p>
        </p:txBody>
      </p:sp>
      <p:sp>
        <p:nvSpPr>
          <p:cNvPr id="23"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2" y="56841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bg1"/>
          </a:solidFill>
          <a:ln w="0">
            <a:noFill/>
            <a:prstDash val="solid"/>
            <a:round/>
            <a:headEnd/>
            <a:tailEnd/>
          </a:ln>
        </p:spPr>
        <p:txBody>
          <a:bodyPr anchor="ctr"/>
          <a:lstStyle/>
          <a:p>
            <a:endParaRPr lang="en-US"/>
          </a:p>
        </p:txBody>
      </p:sp>
      <p:graphicFrame>
        <p:nvGraphicFramePr>
          <p:cNvPr id="7" name="Content Placeholder 6">
            <a:extLst>
              <a:ext uri="{FF2B5EF4-FFF2-40B4-BE49-F238E27FC236}">
                <a16:creationId xmlns:a16="http://schemas.microsoft.com/office/drawing/2014/main" id="{FDA14EAD-028E-6DBC-2EE5-8CFAB38C72DD}"/>
              </a:ext>
            </a:extLst>
          </p:cNvPr>
          <p:cNvGraphicFramePr>
            <a:graphicFrameLocks noGrp="1"/>
          </p:cNvGraphicFramePr>
          <p:nvPr>
            <p:ph idx="1"/>
            <p:extLst>
              <p:ext uri="{D42A27DB-BD31-4B8C-83A1-F6EECF244321}">
                <p14:modId xmlns:p14="http://schemas.microsoft.com/office/powerpoint/2010/main" val="1107826981"/>
              </p:ext>
            </p:extLst>
          </p:nvPr>
        </p:nvGraphicFramePr>
        <p:xfrm>
          <a:off x="960718" y="2606722"/>
          <a:ext cx="10267521" cy="3176843"/>
        </p:xfrm>
        <a:graphic>
          <a:graphicData uri="http://schemas.openxmlformats.org/drawingml/2006/table">
            <a:tbl>
              <a:tblPr firstRow="1" firstCol="1" bandRow="1">
                <a:tableStyleId>{5C22544A-7EE6-4342-B048-85BDC9FD1C3A}</a:tableStyleId>
              </a:tblPr>
              <a:tblGrid>
                <a:gridCol w="1398172">
                  <a:extLst>
                    <a:ext uri="{9D8B030D-6E8A-4147-A177-3AD203B41FA5}">
                      <a16:colId xmlns:a16="http://schemas.microsoft.com/office/drawing/2014/main" val="3254720141"/>
                    </a:ext>
                  </a:extLst>
                </a:gridCol>
                <a:gridCol w="3615031">
                  <a:extLst>
                    <a:ext uri="{9D8B030D-6E8A-4147-A177-3AD203B41FA5}">
                      <a16:colId xmlns:a16="http://schemas.microsoft.com/office/drawing/2014/main" val="408162043"/>
                    </a:ext>
                  </a:extLst>
                </a:gridCol>
                <a:gridCol w="1809548">
                  <a:extLst>
                    <a:ext uri="{9D8B030D-6E8A-4147-A177-3AD203B41FA5}">
                      <a16:colId xmlns:a16="http://schemas.microsoft.com/office/drawing/2014/main" val="4260618851"/>
                    </a:ext>
                  </a:extLst>
                </a:gridCol>
                <a:gridCol w="3444770">
                  <a:extLst>
                    <a:ext uri="{9D8B030D-6E8A-4147-A177-3AD203B41FA5}">
                      <a16:colId xmlns:a16="http://schemas.microsoft.com/office/drawing/2014/main" val="4184946715"/>
                    </a:ext>
                  </a:extLst>
                </a:gridCol>
              </a:tblGrid>
              <a:tr h="710107">
                <a:tc>
                  <a:txBody>
                    <a:bodyPr/>
                    <a:lstStyle/>
                    <a:p>
                      <a:pPr algn="just">
                        <a:lnSpc>
                          <a:spcPct val="115000"/>
                        </a:lnSpc>
                        <a:buNone/>
                      </a:pPr>
                      <a:r>
                        <a:rPr lang="en-US" sz="1900" b="1" dirty="0">
                          <a:solidFill>
                            <a:srgbClr val="000000"/>
                          </a:solidFill>
                          <a:effectLst/>
                          <a:latin typeface="Times New Roman"/>
                          <a:ea typeface="Calibri"/>
                          <a:cs typeface="Latha"/>
                        </a:rPr>
                        <a:t>Priority</a:t>
                      </a:r>
                      <a:endParaRPr lang="en-US" sz="1900" dirty="0">
                        <a:effectLst/>
                        <a:latin typeface="Times New Roman"/>
                        <a:ea typeface="Calibri"/>
                        <a:cs typeface="Latha"/>
                      </a:endParaRPr>
                    </a:p>
                  </a:txBody>
                  <a:tcPr marL="109700" marR="1097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8CCE4"/>
                    </a:solidFill>
                  </a:tcPr>
                </a:tc>
                <a:tc>
                  <a:txBody>
                    <a:bodyPr/>
                    <a:lstStyle/>
                    <a:p>
                      <a:pPr algn="just">
                        <a:lnSpc>
                          <a:spcPct val="115000"/>
                        </a:lnSpc>
                        <a:buNone/>
                      </a:pPr>
                      <a:r>
                        <a:rPr lang="en-US" sz="1900" b="1" dirty="0">
                          <a:solidFill>
                            <a:srgbClr val="000000"/>
                          </a:solidFill>
                          <a:effectLst/>
                          <a:latin typeface="Times New Roman"/>
                          <a:ea typeface="Calibri"/>
                          <a:cs typeface="Latha"/>
                        </a:rPr>
                        <a:t>Definition</a:t>
                      </a:r>
                      <a:endParaRPr lang="en-US" sz="1900" dirty="0">
                        <a:effectLst/>
                        <a:latin typeface="Times New Roman"/>
                        <a:ea typeface="Calibri"/>
                        <a:cs typeface="Latha"/>
                      </a:endParaRPr>
                    </a:p>
                  </a:txBody>
                  <a:tcPr marL="109700" marR="1097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8CCE4"/>
                    </a:solidFill>
                  </a:tcPr>
                </a:tc>
                <a:tc>
                  <a:txBody>
                    <a:bodyPr/>
                    <a:lstStyle/>
                    <a:p>
                      <a:pPr algn="just">
                        <a:lnSpc>
                          <a:spcPct val="115000"/>
                        </a:lnSpc>
                        <a:buNone/>
                      </a:pPr>
                      <a:r>
                        <a:rPr lang="en-US" sz="1900" b="1" dirty="0">
                          <a:solidFill>
                            <a:srgbClr val="000000"/>
                          </a:solidFill>
                          <a:effectLst/>
                          <a:latin typeface="Times New Roman"/>
                          <a:ea typeface="Calibri"/>
                          <a:cs typeface="Latha"/>
                        </a:rPr>
                        <a:t>Decision Authority</a:t>
                      </a:r>
                      <a:endParaRPr lang="en-US" sz="1900" dirty="0">
                        <a:effectLst/>
                        <a:latin typeface="Times New Roman"/>
                        <a:ea typeface="Calibri"/>
                        <a:cs typeface="Latha"/>
                      </a:endParaRPr>
                    </a:p>
                  </a:txBody>
                  <a:tcPr marL="109700" marR="1097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8CCE4"/>
                    </a:solidFill>
                  </a:tcPr>
                </a:tc>
                <a:tc>
                  <a:txBody>
                    <a:bodyPr/>
                    <a:lstStyle/>
                    <a:p>
                      <a:pPr algn="just">
                        <a:lnSpc>
                          <a:spcPct val="115000"/>
                        </a:lnSpc>
                        <a:buNone/>
                      </a:pPr>
                      <a:r>
                        <a:rPr lang="en-US" sz="1900" b="1" dirty="0">
                          <a:solidFill>
                            <a:srgbClr val="000000"/>
                          </a:solidFill>
                          <a:effectLst/>
                          <a:latin typeface="Times New Roman"/>
                          <a:ea typeface="Calibri"/>
                          <a:cs typeface="Latha"/>
                        </a:rPr>
                        <a:t>Timeframe for Resolution</a:t>
                      </a:r>
                      <a:endParaRPr lang="en-US" sz="1900" dirty="0">
                        <a:effectLst/>
                        <a:latin typeface="Times New Roman"/>
                        <a:ea typeface="Calibri"/>
                        <a:cs typeface="Latha"/>
                      </a:endParaRPr>
                    </a:p>
                  </a:txBody>
                  <a:tcPr marL="109700" marR="1097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8CCE4"/>
                    </a:solidFill>
                  </a:tcPr>
                </a:tc>
                <a:extLst>
                  <a:ext uri="{0D108BD9-81ED-4DB2-BD59-A6C34878D82A}">
                    <a16:rowId xmlns:a16="http://schemas.microsoft.com/office/drawing/2014/main" val="91025265"/>
                  </a:ext>
                </a:extLst>
              </a:tr>
              <a:tr h="710107">
                <a:tc>
                  <a:txBody>
                    <a:bodyPr/>
                    <a:lstStyle/>
                    <a:p>
                      <a:pPr algn="just">
                        <a:lnSpc>
                          <a:spcPct val="115000"/>
                        </a:lnSpc>
                        <a:buNone/>
                      </a:pPr>
                      <a:r>
                        <a:rPr lang="en-US" sz="1900" dirty="0">
                          <a:solidFill>
                            <a:schemeClr val="tx1"/>
                          </a:solidFill>
                          <a:effectLst/>
                          <a:latin typeface="Times New Roman"/>
                          <a:ea typeface="Calibri"/>
                          <a:cs typeface="Latha"/>
                        </a:rPr>
                        <a:t>Priority 1</a:t>
                      </a:r>
                    </a:p>
                  </a:txBody>
                  <a:tcPr marL="109700" marR="1097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900" dirty="0">
                          <a:solidFill>
                            <a:schemeClr val="tx1"/>
                          </a:solidFill>
                          <a:effectLst/>
                          <a:latin typeface="Times New Roman"/>
                          <a:ea typeface="Calibri"/>
                          <a:cs typeface="Latha"/>
                        </a:rPr>
                        <a:t>Critical issues and impacting the milestone of the project</a:t>
                      </a:r>
                    </a:p>
                  </a:txBody>
                  <a:tcPr marL="109700" marR="1097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900" dirty="0">
                          <a:solidFill>
                            <a:schemeClr val="tx1"/>
                          </a:solidFill>
                          <a:effectLst/>
                          <a:latin typeface="Times New Roman"/>
                          <a:ea typeface="Calibri"/>
                          <a:cs typeface="Latha"/>
                        </a:rPr>
                        <a:t>technical team</a:t>
                      </a:r>
                    </a:p>
                  </a:txBody>
                  <a:tcPr marL="109700" marR="1097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900" dirty="0">
                          <a:solidFill>
                            <a:schemeClr val="tx1"/>
                          </a:solidFill>
                          <a:effectLst/>
                          <a:latin typeface="Times New Roman"/>
                          <a:ea typeface="Calibri"/>
                          <a:cs typeface="Latha"/>
                        </a:rPr>
                        <a:t>72 hours</a:t>
                      </a:r>
                    </a:p>
                  </a:txBody>
                  <a:tcPr marL="109700" marR="1097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1339721"/>
                  </a:ext>
                </a:extLst>
              </a:tr>
              <a:tr h="1046522">
                <a:tc>
                  <a:txBody>
                    <a:bodyPr/>
                    <a:lstStyle/>
                    <a:p>
                      <a:pPr algn="just">
                        <a:lnSpc>
                          <a:spcPct val="115000"/>
                        </a:lnSpc>
                        <a:buNone/>
                      </a:pPr>
                      <a:r>
                        <a:rPr lang="en-US" sz="1900" dirty="0">
                          <a:solidFill>
                            <a:schemeClr val="tx1"/>
                          </a:solidFill>
                          <a:effectLst/>
                          <a:latin typeface="Times New Roman"/>
                          <a:ea typeface="Calibri"/>
                          <a:cs typeface="Latha"/>
                        </a:rPr>
                        <a:t>Priority 2</a:t>
                      </a:r>
                    </a:p>
                  </a:txBody>
                  <a:tcPr marL="109700" marR="1097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900" dirty="0">
                          <a:solidFill>
                            <a:schemeClr val="tx1"/>
                          </a:solidFill>
                          <a:effectLst/>
                          <a:latin typeface="Times New Roman"/>
                          <a:ea typeface="Calibri"/>
                          <a:cs typeface="Latha"/>
                        </a:rPr>
                        <a:t>Minor issues are with minimalistic impact in the progression of the project</a:t>
                      </a:r>
                    </a:p>
                  </a:txBody>
                  <a:tcPr marL="109700" marR="1097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900" dirty="0">
                          <a:solidFill>
                            <a:schemeClr val="tx1"/>
                          </a:solidFill>
                          <a:effectLst/>
                          <a:latin typeface="Times New Roman"/>
                          <a:ea typeface="Calibri"/>
                          <a:cs typeface="Latha"/>
                        </a:rPr>
                        <a:t>Project coordinator</a:t>
                      </a:r>
                    </a:p>
                  </a:txBody>
                  <a:tcPr marL="109700" marR="1097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900" dirty="0">
                          <a:solidFill>
                            <a:schemeClr val="tx1"/>
                          </a:solidFill>
                          <a:effectLst/>
                          <a:latin typeface="Times New Roman"/>
                          <a:ea typeface="Calibri"/>
                          <a:cs typeface="Latha"/>
                        </a:rPr>
                        <a:t>One week</a:t>
                      </a:r>
                    </a:p>
                  </a:txBody>
                  <a:tcPr marL="109700" marR="1097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6699958"/>
                  </a:ext>
                </a:extLst>
              </a:tr>
              <a:tr h="710107">
                <a:tc>
                  <a:txBody>
                    <a:bodyPr/>
                    <a:lstStyle/>
                    <a:p>
                      <a:pPr algn="just">
                        <a:lnSpc>
                          <a:spcPct val="115000"/>
                        </a:lnSpc>
                        <a:buNone/>
                      </a:pPr>
                      <a:r>
                        <a:rPr lang="en-US" sz="1900" dirty="0">
                          <a:solidFill>
                            <a:schemeClr val="tx1"/>
                          </a:solidFill>
                          <a:effectLst/>
                          <a:latin typeface="Times New Roman"/>
                          <a:ea typeface="Calibri"/>
                          <a:cs typeface="Latha"/>
                        </a:rPr>
                        <a:t>Priority 3</a:t>
                      </a:r>
                    </a:p>
                  </a:txBody>
                  <a:tcPr marL="109700" marR="1097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900" dirty="0">
                          <a:solidFill>
                            <a:schemeClr val="tx1"/>
                          </a:solidFill>
                          <a:effectLst/>
                          <a:latin typeface="Times New Roman"/>
                          <a:ea typeface="Calibri"/>
                          <a:cs typeface="Latha"/>
                        </a:rPr>
                        <a:t>A moderate issue but has to be addressed to the stakeholders</a:t>
                      </a:r>
                    </a:p>
                  </a:txBody>
                  <a:tcPr marL="109700" marR="1097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900" dirty="0">
                          <a:solidFill>
                            <a:schemeClr val="tx1"/>
                          </a:solidFill>
                          <a:effectLst/>
                          <a:latin typeface="Times New Roman"/>
                          <a:ea typeface="Calibri"/>
                          <a:cs typeface="Latha"/>
                        </a:rPr>
                        <a:t>Project Manager</a:t>
                      </a:r>
                    </a:p>
                  </a:txBody>
                  <a:tcPr marL="109700" marR="1097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900" dirty="0">
                          <a:solidFill>
                            <a:schemeClr val="tx1"/>
                          </a:solidFill>
                          <a:effectLst/>
                          <a:latin typeface="Times New Roman"/>
                          <a:ea typeface="Calibri"/>
                          <a:cs typeface="Latha"/>
                        </a:rPr>
                        <a:t>One day</a:t>
                      </a:r>
                    </a:p>
                  </a:txBody>
                  <a:tcPr marL="109700" marR="1097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92359327"/>
                  </a:ext>
                </a:extLst>
              </a:tr>
            </a:tbl>
          </a:graphicData>
        </a:graphic>
      </p:graphicFrame>
    </p:spTree>
    <p:extLst>
      <p:ext uri="{BB962C8B-B14F-4D97-AF65-F5344CB8AC3E}">
        <p14:creationId xmlns:p14="http://schemas.microsoft.com/office/powerpoint/2010/main" val="2203037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FABFB-3D04-897C-8C2C-BE6D7419726B}"/>
              </a:ext>
            </a:extLst>
          </p:cNvPr>
          <p:cNvSpPr>
            <a:spLocks noGrp="1"/>
          </p:cNvSpPr>
          <p:nvPr>
            <p:ph type="title"/>
          </p:nvPr>
        </p:nvSpPr>
        <p:spPr>
          <a:xfrm>
            <a:off x="4495210" y="370690"/>
            <a:ext cx="3831336" cy="607732"/>
          </a:xfrm>
        </p:spPr>
        <p:txBody>
          <a:bodyPr>
            <a:normAutofit fontScale="90000"/>
          </a:bodyPr>
          <a:lstStyle/>
          <a:p>
            <a:pPr algn="ctr"/>
            <a:r>
              <a:rPr lang="en-US" sz="2400" b="1" i="0" kern="0" cap="small" dirty="0">
                <a:effectLst/>
                <a:latin typeface="Times New Roman" panose="02020603050405020304" pitchFamily="18" charset="0"/>
                <a:ea typeface="Times New Roman" panose="02020603050405020304" pitchFamily="18" charset="0"/>
              </a:rPr>
              <a:t>Resource Calendar</a:t>
            </a:r>
            <a:br>
              <a:rPr lang="en-IN" sz="2400" b="1" i="0" kern="0" dirty="0">
                <a:effectLst/>
                <a:latin typeface="Times New Roman" panose="02020603050405020304" pitchFamily="18" charset="0"/>
                <a:ea typeface="Times New Roman" panose="02020603050405020304" pitchFamily="18" charset="0"/>
              </a:rPr>
            </a:br>
            <a:endParaRPr lang="en-IN" sz="2400" i="0" dirty="0"/>
          </a:p>
        </p:txBody>
      </p:sp>
      <p:pic>
        <p:nvPicPr>
          <p:cNvPr id="5" name="Content Placeholder 4" descr="A screenshot of a computer&#10;&#10;AI-generated content may be incorrect.">
            <a:extLst>
              <a:ext uri="{FF2B5EF4-FFF2-40B4-BE49-F238E27FC236}">
                <a16:creationId xmlns:a16="http://schemas.microsoft.com/office/drawing/2014/main" id="{7B73CDA8-7C00-1839-C7EB-386301A43028}"/>
              </a:ext>
            </a:extLst>
          </p:cNvPr>
          <p:cNvPicPr>
            <a:picLocks noGrp="1" noChangeAspect="1"/>
          </p:cNvPicPr>
          <p:nvPr>
            <p:ph idx="1"/>
          </p:nvPr>
        </p:nvPicPr>
        <p:blipFill>
          <a:blip r:embed="rId2"/>
          <a:stretch>
            <a:fillRect/>
          </a:stretch>
        </p:blipFill>
        <p:spPr>
          <a:xfrm>
            <a:off x="563614" y="776748"/>
            <a:ext cx="6245225" cy="1979598"/>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F8BFE58F-C920-FC7A-D513-53725ACBA8D2}"/>
              </a:ext>
            </a:extLst>
          </p:cNvPr>
          <p:cNvPicPr>
            <a:picLocks noChangeAspect="1"/>
          </p:cNvPicPr>
          <p:nvPr/>
        </p:nvPicPr>
        <p:blipFill>
          <a:blip r:embed="rId3"/>
          <a:stretch>
            <a:fillRect/>
          </a:stretch>
        </p:blipFill>
        <p:spPr>
          <a:xfrm>
            <a:off x="5268205" y="2812641"/>
            <a:ext cx="6873257" cy="1702809"/>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36294DCA-D668-E06E-1F62-4E98E3DA4DE1}"/>
              </a:ext>
            </a:extLst>
          </p:cNvPr>
          <p:cNvPicPr>
            <a:picLocks noChangeAspect="1"/>
          </p:cNvPicPr>
          <p:nvPr/>
        </p:nvPicPr>
        <p:blipFill>
          <a:blip r:embed="rId4"/>
          <a:stretch>
            <a:fillRect/>
          </a:stretch>
        </p:blipFill>
        <p:spPr>
          <a:xfrm>
            <a:off x="714426" y="4590565"/>
            <a:ext cx="5943600" cy="1896745"/>
          </a:xfrm>
          <a:prstGeom prst="rect">
            <a:avLst/>
          </a:prstGeom>
        </p:spPr>
      </p:pic>
    </p:spTree>
    <p:extLst>
      <p:ext uri="{BB962C8B-B14F-4D97-AF65-F5344CB8AC3E}">
        <p14:creationId xmlns:p14="http://schemas.microsoft.com/office/powerpoint/2010/main" val="2329714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1113FF5-9B84-4A89-BF52-EA3C7E01A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95596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CC4F48-2C13-56AC-C5CD-03BBAC5CFB14}"/>
              </a:ext>
            </a:extLst>
          </p:cNvPr>
          <p:cNvSpPr>
            <a:spLocks noGrp="1"/>
          </p:cNvSpPr>
          <p:nvPr>
            <p:ph type="title"/>
          </p:nvPr>
        </p:nvSpPr>
        <p:spPr>
          <a:xfrm>
            <a:off x="758952" y="420625"/>
            <a:ext cx="10667998" cy="1326814"/>
          </a:xfrm>
        </p:spPr>
        <p:txBody>
          <a:bodyPr anchor="ctr">
            <a:normAutofit/>
          </a:bodyPr>
          <a:lstStyle/>
          <a:p>
            <a:r>
              <a:rPr lang="en-US">
                <a:solidFill>
                  <a:schemeClr val="bg1"/>
                </a:solidFill>
              </a:rPr>
              <a:t>RISK MANAGEMENT PLAN</a:t>
            </a:r>
          </a:p>
        </p:txBody>
      </p:sp>
      <p:sp>
        <p:nvSpPr>
          <p:cNvPr id="13"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2" y="56841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bg1"/>
          </a:solidFill>
          <a:ln w="0">
            <a:noFill/>
            <a:prstDash val="solid"/>
            <a:round/>
            <a:headEnd/>
            <a:tailEnd/>
          </a:ln>
        </p:spPr>
        <p:txBody>
          <a:bodyPr anchor="ctr"/>
          <a:lstStyle/>
          <a:p>
            <a:endParaRPr lang="en-US"/>
          </a:p>
        </p:txBody>
      </p:sp>
      <p:graphicFrame>
        <p:nvGraphicFramePr>
          <p:cNvPr id="5" name="Content Placeholder 2">
            <a:extLst>
              <a:ext uri="{FF2B5EF4-FFF2-40B4-BE49-F238E27FC236}">
                <a16:creationId xmlns:a16="http://schemas.microsoft.com/office/drawing/2014/main" id="{AC09863E-B36F-1B79-4713-EBDD3D38E356}"/>
              </a:ext>
            </a:extLst>
          </p:cNvPr>
          <p:cNvGraphicFramePr>
            <a:graphicFrameLocks noGrp="1"/>
          </p:cNvGraphicFramePr>
          <p:nvPr>
            <p:ph idx="1"/>
            <p:extLst>
              <p:ext uri="{D42A27DB-BD31-4B8C-83A1-F6EECF244321}">
                <p14:modId xmlns:p14="http://schemas.microsoft.com/office/powerpoint/2010/main" val="3723482040"/>
              </p:ext>
            </p:extLst>
          </p:nvPr>
        </p:nvGraphicFramePr>
        <p:xfrm>
          <a:off x="758953" y="2606722"/>
          <a:ext cx="10671048" cy="31768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8025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4D0A13-706C-90FD-4331-5A9DE8091728}"/>
              </a:ext>
            </a:extLst>
          </p:cNvPr>
          <p:cNvSpPr>
            <a:spLocks noGrp="1"/>
          </p:cNvSpPr>
          <p:nvPr>
            <p:ph type="title"/>
          </p:nvPr>
        </p:nvSpPr>
        <p:spPr>
          <a:xfrm>
            <a:off x="758952" y="420625"/>
            <a:ext cx="10667998" cy="1374056"/>
          </a:xfrm>
        </p:spPr>
        <p:txBody>
          <a:bodyPr anchor="b">
            <a:normAutofit/>
          </a:bodyPr>
          <a:lstStyle/>
          <a:p>
            <a:pPr algn="ctr"/>
            <a:r>
              <a:rPr lang="en-US" dirty="0"/>
              <a:t>RISK PRIORITIZATION</a:t>
            </a:r>
          </a:p>
        </p:txBody>
      </p:sp>
      <p:sp>
        <p:nvSpPr>
          <p:cNvPr id="21"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graphicFrame>
        <p:nvGraphicFramePr>
          <p:cNvPr id="5" name="Content Placeholder 4">
            <a:extLst>
              <a:ext uri="{FF2B5EF4-FFF2-40B4-BE49-F238E27FC236}">
                <a16:creationId xmlns:a16="http://schemas.microsoft.com/office/drawing/2014/main" id="{F5B1C3D9-B208-964D-5CDA-36BF842C7ED2}"/>
              </a:ext>
            </a:extLst>
          </p:cNvPr>
          <p:cNvGraphicFramePr>
            <a:graphicFrameLocks noGrp="1"/>
          </p:cNvGraphicFramePr>
          <p:nvPr>
            <p:ph idx="1"/>
            <p:extLst>
              <p:ext uri="{D42A27DB-BD31-4B8C-83A1-F6EECF244321}">
                <p14:modId xmlns:p14="http://schemas.microsoft.com/office/powerpoint/2010/main" val="1127634155"/>
              </p:ext>
            </p:extLst>
          </p:nvPr>
        </p:nvGraphicFramePr>
        <p:xfrm>
          <a:off x="752857" y="2617538"/>
          <a:ext cx="10677144" cy="2902947"/>
        </p:xfrm>
        <a:graphic>
          <a:graphicData uri="http://schemas.openxmlformats.org/drawingml/2006/table">
            <a:tbl>
              <a:tblPr firstRow="1" firstCol="1" bandRow="1">
                <a:solidFill>
                  <a:schemeClr val="bg1">
                    <a:lumMod val="95000"/>
                  </a:schemeClr>
                </a:solidFill>
                <a:tableStyleId>{5C22544A-7EE6-4342-B048-85BDC9FD1C3A}</a:tableStyleId>
              </a:tblPr>
              <a:tblGrid>
                <a:gridCol w="5236579">
                  <a:extLst>
                    <a:ext uri="{9D8B030D-6E8A-4147-A177-3AD203B41FA5}">
                      <a16:colId xmlns:a16="http://schemas.microsoft.com/office/drawing/2014/main" val="3615801253"/>
                    </a:ext>
                  </a:extLst>
                </a:gridCol>
                <a:gridCol w="3193746">
                  <a:extLst>
                    <a:ext uri="{9D8B030D-6E8A-4147-A177-3AD203B41FA5}">
                      <a16:colId xmlns:a16="http://schemas.microsoft.com/office/drawing/2014/main" val="168704875"/>
                    </a:ext>
                  </a:extLst>
                </a:gridCol>
                <a:gridCol w="2246819">
                  <a:extLst>
                    <a:ext uri="{9D8B030D-6E8A-4147-A177-3AD203B41FA5}">
                      <a16:colId xmlns:a16="http://schemas.microsoft.com/office/drawing/2014/main" val="1944193262"/>
                    </a:ext>
                  </a:extLst>
                </a:gridCol>
              </a:tblGrid>
              <a:tr h="714477">
                <a:tc>
                  <a:txBody>
                    <a:bodyPr/>
                    <a:lstStyle/>
                    <a:p>
                      <a:pPr algn="just">
                        <a:lnSpc>
                          <a:spcPct val="115000"/>
                        </a:lnSpc>
                        <a:buNone/>
                      </a:pPr>
                      <a:r>
                        <a:rPr lang="en-US" sz="2600" b="1" cap="none" spc="0">
                          <a:solidFill>
                            <a:schemeClr val="tx1"/>
                          </a:solidFill>
                          <a:effectLst/>
                          <a:latin typeface="Times New Roman" panose="02020603050405020304" pitchFamily="18" charset="0"/>
                        </a:rPr>
                        <a:t>Risk Identified</a:t>
                      </a:r>
                      <a:endParaRPr lang="en-US" sz="2600" b="1" cap="none" spc="0">
                        <a:solidFill>
                          <a:schemeClr val="tx1"/>
                        </a:solidFill>
                        <a:effectLst/>
                      </a:endParaRPr>
                    </a:p>
                  </a:txBody>
                  <a:tcPr marL="104992" marR="112492" marT="29998" marB="224984"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lgn="just">
                        <a:lnSpc>
                          <a:spcPct val="115000"/>
                        </a:lnSpc>
                        <a:buNone/>
                      </a:pPr>
                      <a:r>
                        <a:rPr lang="en-US" sz="2600" b="1" cap="none" spc="0">
                          <a:solidFill>
                            <a:schemeClr val="tx1"/>
                          </a:solidFill>
                          <a:effectLst/>
                          <a:latin typeface="Times New Roman" panose="02020603050405020304" pitchFamily="18" charset="0"/>
                        </a:rPr>
                        <a:t>Probability</a:t>
                      </a:r>
                      <a:endParaRPr lang="en-US" sz="2600" b="1" cap="none" spc="0">
                        <a:solidFill>
                          <a:schemeClr val="tx1"/>
                        </a:solidFill>
                        <a:effectLst/>
                      </a:endParaRPr>
                    </a:p>
                  </a:txBody>
                  <a:tcPr marL="104992" marR="112492" marT="29998" marB="224984"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lgn="just">
                        <a:lnSpc>
                          <a:spcPct val="115000"/>
                        </a:lnSpc>
                        <a:buNone/>
                      </a:pPr>
                      <a:r>
                        <a:rPr lang="en-US" sz="2600" b="1" cap="none" spc="0">
                          <a:solidFill>
                            <a:schemeClr val="tx1"/>
                          </a:solidFill>
                          <a:effectLst/>
                          <a:latin typeface="Times New Roman" panose="02020603050405020304" pitchFamily="18" charset="0"/>
                        </a:rPr>
                        <a:t>Impact</a:t>
                      </a:r>
                      <a:endParaRPr lang="en-US" sz="2600" b="1" cap="none" spc="0">
                        <a:solidFill>
                          <a:schemeClr val="tx1"/>
                        </a:solidFill>
                        <a:effectLst/>
                      </a:endParaRPr>
                    </a:p>
                  </a:txBody>
                  <a:tcPr marL="104992" marR="112492" marT="29998" marB="224984"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1170444692"/>
                  </a:ext>
                </a:extLst>
              </a:tr>
              <a:tr h="961728">
                <a:tc>
                  <a:txBody>
                    <a:bodyPr/>
                    <a:lstStyle/>
                    <a:p>
                      <a:pPr algn="just">
                        <a:lnSpc>
                          <a:spcPct val="115000"/>
                        </a:lnSpc>
                        <a:buNone/>
                      </a:pPr>
                      <a:r>
                        <a:rPr lang="en-US" sz="2000" b="0" cap="none" spc="0" dirty="0">
                          <a:solidFill>
                            <a:schemeClr val="tx1"/>
                          </a:solidFill>
                          <a:effectLst/>
                          <a:latin typeface="Times New Roman" panose="02020603050405020304" pitchFamily="18" charset="0"/>
                        </a:rPr>
                        <a:t>Technical failures with respect to both hardware and software compatibility</a:t>
                      </a:r>
                      <a:endParaRPr lang="en-US" sz="2000" b="0" cap="none" spc="0" dirty="0">
                        <a:solidFill>
                          <a:schemeClr val="tx1"/>
                        </a:solidFill>
                        <a:effectLst/>
                      </a:endParaRPr>
                    </a:p>
                  </a:txBody>
                  <a:tcPr marL="104992" marR="112492" marT="29998" marB="224984">
                    <a:lnL w="12700" cap="flat" cmpd="sng" algn="ctr">
                      <a:solidFill>
                        <a:schemeClr val="accent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algn="just">
                        <a:lnSpc>
                          <a:spcPct val="115000"/>
                        </a:lnSpc>
                        <a:buNone/>
                      </a:pPr>
                      <a:r>
                        <a:rPr lang="en-US" sz="2000" b="0" cap="none" spc="0">
                          <a:solidFill>
                            <a:schemeClr val="tx1"/>
                          </a:solidFill>
                          <a:effectLst/>
                          <a:latin typeface="Times New Roman" panose="02020603050405020304" pitchFamily="18" charset="0"/>
                        </a:rPr>
                        <a:t>Medium</a:t>
                      </a:r>
                      <a:endParaRPr lang="en-US" sz="2000" b="0" cap="none" spc="0">
                        <a:solidFill>
                          <a:schemeClr val="tx1"/>
                        </a:solidFill>
                        <a:effectLst/>
                      </a:endParaRPr>
                    </a:p>
                  </a:txBody>
                  <a:tcPr marL="104992" marR="112492" marT="29998" marB="224984">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algn="just">
                        <a:lnSpc>
                          <a:spcPct val="115000"/>
                        </a:lnSpc>
                        <a:buNone/>
                      </a:pPr>
                      <a:r>
                        <a:rPr lang="en-US" sz="2000" b="0" cap="none" spc="0">
                          <a:solidFill>
                            <a:schemeClr val="tx1"/>
                          </a:solidFill>
                          <a:effectLst/>
                          <a:latin typeface="Times New Roman" panose="02020603050405020304" pitchFamily="18" charset="0"/>
                        </a:rPr>
                        <a:t>Medium</a:t>
                      </a:r>
                      <a:endParaRPr lang="en-US" sz="2000" b="0" cap="none" spc="0">
                        <a:solidFill>
                          <a:schemeClr val="tx1"/>
                        </a:solidFill>
                        <a:effectLst/>
                      </a:endParaRPr>
                    </a:p>
                  </a:txBody>
                  <a:tcPr marL="104992" marR="112492" marT="29998" marB="224984">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2714312349"/>
                  </a:ext>
                </a:extLst>
              </a:tr>
              <a:tr h="613371">
                <a:tc>
                  <a:txBody>
                    <a:bodyPr/>
                    <a:lstStyle/>
                    <a:p>
                      <a:pPr algn="just">
                        <a:lnSpc>
                          <a:spcPct val="115000"/>
                        </a:lnSpc>
                        <a:buNone/>
                      </a:pPr>
                      <a:r>
                        <a:rPr lang="en-US" sz="2000" b="0" cap="none" spc="0">
                          <a:solidFill>
                            <a:schemeClr val="tx1"/>
                          </a:solidFill>
                          <a:effectLst/>
                          <a:latin typeface="Times New Roman" panose="02020603050405020304" pitchFamily="18" charset="0"/>
                        </a:rPr>
                        <a:t>Budget overruns</a:t>
                      </a:r>
                      <a:endParaRPr lang="en-US" sz="2000" b="0" cap="none" spc="0">
                        <a:solidFill>
                          <a:schemeClr val="tx1"/>
                        </a:solidFill>
                        <a:effectLst/>
                      </a:endParaRPr>
                    </a:p>
                  </a:txBody>
                  <a:tcPr marL="104992" marR="112492" marT="29998" marB="224984">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gn="just">
                        <a:lnSpc>
                          <a:spcPct val="115000"/>
                        </a:lnSpc>
                        <a:buNone/>
                      </a:pPr>
                      <a:r>
                        <a:rPr lang="en-US" sz="2000" b="0" cap="none" spc="0">
                          <a:solidFill>
                            <a:schemeClr val="tx1"/>
                          </a:solidFill>
                          <a:effectLst/>
                          <a:latin typeface="Times New Roman" panose="02020603050405020304" pitchFamily="18" charset="0"/>
                        </a:rPr>
                        <a:t>Medium</a:t>
                      </a:r>
                      <a:endParaRPr lang="en-US" sz="2000" b="0" cap="none" spc="0">
                        <a:solidFill>
                          <a:schemeClr val="tx1"/>
                        </a:solidFill>
                        <a:effectLst/>
                      </a:endParaRPr>
                    </a:p>
                  </a:txBody>
                  <a:tcPr marL="104992" marR="112492" marT="29998" marB="224984">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gn="just">
                        <a:lnSpc>
                          <a:spcPct val="115000"/>
                        </a:lnSpc>
                        <a:buNone/>
                      </a:pPr>
                      <a:r>
                        <a:rPr lang="en-US" sz="2000" b="0" cap="none" spc="0">
                          <a:solidFill>
                            <a:schemeClr val="tx1"/>
                          </a:solidFill>
                          <a:effectLst/>
                          <a:latin typeface="Times New Roman" panose="02020603050405020304" pitchFamily="18" charset="0"/>
                        </a:rPr>
                        <a:t>High</a:t>
                      </a:r>
                      <a:endParaRPr lang="en-US" sz="2000" b="0" cap="none" spc="0">
                        <a:solidFill>
                          <a:schemeClr val="tx1"/>
                        </a:solidFill>
                        <a:effectLst/>
                      </a:endParaRPr>
                    </a:p>
                  </a:txBody>
                  <a:tcPr marL="104992" marR="112492" marT="29998" marB="224984">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3296833884"/>
                  </a:ext>
                </a:extLst>
              </a:tr>
              <a:tr h="613371">
                <a:tc>
                  <a:txBody>
                    <a:bodyPr/>
                    <a:lstStyle/>
                    <a:p>
                      <a:pPr algn="just">
                        <a:lnSpc>
                          <a:spcPct val="115000"/>
                        </a:lnSpc>
                        <a:buNone/>
                      </a:pPr>
                      <a:r>
                        <a:rPr lang="en-US" sz="2000" b="0" cap="none" spc="0">
                          <a:solidFill>
                            <a:schemeClr val="tx1"/>
                          </a:solidFill>
                          <a:effectLst/>
                          <a:latin typeface="Times New Roman" panose="02020603050405020304" pitchFamily="18" charset="0"/>
                        </a:rPr>
                        <a:t>Resource availability</a:t>
                      </a:r>
                      <a:endParaRPr lang="en-US" sz="2000" b="0" cap="none" spc="0">
                        <a:solidFill>
                          <a:schemeClr val="tx1"/>
                        </a:solidFill>
                        <a:effectLst/>
                      </a:endParaRPr>
                    </a:p>
                  </a:txBody>
                  <a:tcPr marL="104992" marR="112492" marT="29998" marB="224984">
                    <a:lnL w="12700" cap="flat" cmpd="sng" algn="ctr">
                      <a:solidFill>
                        <a:schemeClr val="accent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just">
                        <a:lnSpc>
                          <a:spcPct val="115000"/>
                        </a:lnSpc>
                        <a:buNone/>
                      </a:pPr>
                      <a:r>
                        <a:rPr lang="en-US" sz="2000" b="0" cap="none" spc="0">
                          <a:solidFill>
                            <a:schemeClr val="tx1"/>
                          </a:solidFill>
                          <a:effectLst/>
                          <a:latin typeface="Times New Roman" panose="02020603050405020304" pitchFamily="18" charset="0"/>
                        </a:rPr>
                        <a:t>High</a:t>
                      </a:r>
                      <a:endParaRPr lang="en-US" sz="2000" b="0" cap="none" spc="0">
                        <a:solidFill>
                          <a:schemeClr val="tx1"/>
                        </a:solidFill>
                        <a:effectLst/>
                      </a:endParaRPr>
                    </a:p>
                  </a:txBody>
                  <a:tcPr marL="104992" marR="112492" marT="29998" marB="224984">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just">
                        <a:lnSpc>
                          <a:spcPct val="115000"/>
                        </a:lnSpc>
                        <a:buNone/>
                      </a:pPr>
                      <a:r>
                        <a:rPr lang="en-US" sz="2000" b="0" cap="none" spc="0" dirty="0">
                          <a:solidFill>
                            <a:schemeClr val="tx1"/>
                          </a:solidFill>
                          <a:effectLst/>
                          <a:latin typeface="Times New Roman" panose="02020603050405020304" pitchFamily="18" charset="0"/>
                        </a:rPr>
                        <a:t>Medium</a:t>
                      </a:r>
                      <a:endParaRPr lang="en-US" sz="2000" b="0" cap="none" spc="0" dirty="0">
                        <a:solidFill>
                          <a:schemeClr val="tx1"/>
                        </a:solidFill>
                        <a:effectLst/>
                      </a:endParaRPr>
                    </a:p>
                  </a:txBody>
                  <a:tcPr marL="104992" marR="112492" marT="29998" marB="224984">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927865243"/>
                  </a:ext>
                </a:extLst>
              </a:tr>
            </a:tbl>
          </a:graphicData>
        </a:graphic>
      </p:graphicFrame>
    </p:spTree>
    <p:extLst>
      <p:ext uri="{BB962C8B-B14F-4D97-AF65-F5344CB8AC3E}">
        <p14:creationId xmlns:p14="http://schemas.microsoft.com/office/powerpoint/2010/main" val="1601909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BD4FC7-34AF-24F1-9109-FEB734B48A1A}"/>
              </a:ext>
            </a:extLst>
          </p:cNvPr>
          <p:cNvSpPr>
            <a:spLocks noGrp="1"/>
          </p:cNvSpPr>
          <p:nvPr>
            <p:ph type="title"/>
          </p:nvPr>
        </p:nvSpPr>
        <p:spPr>
          <a:xfrm>
            <a:off x="5825286" y="343397"/>
            <a:ext cx="5312254" cy="1806727"/>
          </a:xfrm>
        </p:spPr>
        <p:txBody>
          <a:bodyPr>
            <a:normAutofit/>
          </a:bodyPr>
          <a:lstStyle/>
          <a:p>
            <a:r>
              <a:rPr lang="en-US" dirty="0"/>
              <a:t>PROJECT ACCEPTANCE</a:t>
            </a:r>
          </a:p>
        </p:txBody>
      </p:sp>
      <p:pic>
        <p:nvPicPr>
          <p:cNvPr id="5" name="Picture 4" descr="Rolled blueprint designs">
            <a:extLst>
              <a:ext uri="{FF2B5EF4-FFF2-40B4-BE49-F238E27FC236}">
                <a16:creationId xmlns:a16="http://schemas.microsoft.com/office/drawing/2014/main" id="{33DAA127-B063-0CE1-007E-6318B82C1663}"/>
              </a:ext>
            </a:extLst>
          </p:cNvPr>
          <p:cNvPicPr>
            <a:picLocks noChangeAspect="1"/>
          </p:cNvPicPr>
          <p:nvPr/>
        </p:nvPicPr>
        <p:blipFill>
          <a:blip r:embed="rId2"/>
          <a:srcRect l="51175" r="-4" b="-4"/>
          <a:stretch/>
        </p:blipFill>
        <p:spPr>
          <a:xfrm>
            <a:off x="1" y="10"/>
            <a:ext cx="5215066" cy="6857990"/>
          </a:xfrm>
          <a:custGeom>
            <a:avLst/>
            <a:gdLst/>
            <a:ahLst/>
            <a:cxnLst/>
            <a:rect l="l" t="t" r="r" b="b"/>
            <a:pathLst>
              <a:path w="5215066" h="6845983">
                <a:moveTo>
                  <a:pt x="0" y="0"/>
                </a:moveTo>
                <a:lnTo>
                  <a:pt x="3197713" y="0"/>
                </a:lnTo>
                <a:lnTo>
                  <a:pt x="3259787" y="39795"/>
                </a:lnTo>
                <a:cubicBezTo>
                  <a:pt x="4439462" y="836768"/>
                  <a:pt x="5215066" y="2186425"/>
                  <a:pt x="5215066" y="3717234"/>
                </a:cubicBezTo>
                <a:cubicBezTo>
                  <a:pt x="5215066" y="4788800"/>
                  <a:pt x="4835020" y="5771602"/>
                  <a:pt x="4202364" y="6538204"/>
                </a:cubicBezTo>
                <a:lnTo>
                  <a:pt x="3922635" y="6845983"/>
                </a:lnTo>
                <a:lnTo>
                  <a:pt x="0" y="6845983"/>
                </a:lnTo>
                <a:close/>
              </a:path>
            </a:pathLst>
          </a:custGeom>
        </p:spPr>
      </p:pic>
      <p:cxnSp>
        <p:nvCxnSpPr>
          <p:cNvPr id="11" name="Straight Connector 10">
            <a:extLst>
              <a:ext uri="{FF2B5EF4-FFF2-40B4-BE49-F238E27FC236}">
                <a16:creationId xmlns:a16="http://schemas.microsoft.com/office/drawing/2014/main" id="{C1FC086D-39EC-448D-97E7-FF232355AE1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86332" y="3088919"/>
            <a:ext cx="521208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B599A7D-391D-1A0C-B128-B54408335FAB}"/>
              </a:ext>
            </a:extLst>
          </p:cNvPr>
          <p:cNvSpPr>
            <a:spLocks noGrp="1"/>
          </p:cNvSpPr>
          <p:nvPr>
            <p:ph idx="1"/>
          </p:nvPr>
        </p:nvSpPr>
        <p:spPr>
          <a:xfrm>
            <a:off x="5087053" y="2257246"/>
            <a:ext cx="7010637" cy="3271032"/>
          </a:xfrm>
        </p:spPr>
        <p:txBody>
          <a:bodyPr vert="horz" lIns="91440" tIns="45720" rIns="91440" bIns="45720" rtlCol="0" anchor="t">
            <a:noAutofit/>
          </a:bodyPr>
          <a:lstStyle/>
          <a:p>
            <a:pPr>
              <a:lnSpc>
                <a:spcPct val="100000"/>
              </a:lnSpc>
            </a:pPr>
            <a:r>
              <a:rPr lang="en-US" sz="1400" dirty="0">
                <a:latin typeface="Times New Roman"/>
                <a:cs typeface="Times New Roman"/>
              </a:rPr>
              <a:t>This project handles a documentation of complete set of records or successfully meeting all the deliverables and acceptance criteria based up on the project charter and scope statement.</a:t>
            </a:r>
            <a:endParaRPr lang="en-US" sz="1400" dirty="0"/>
          </a:p>
          <a:p>
            <a:pPr>
              <a:lnSpc>
                <a:spcPct val="100000"/>
              </a:lnSpc>
            </a:pPr>
            <a:r>
              <a:rPr lang="en-US" sz="1400" dirty="0">
                <a:latin typeface="Times New Roman"/>
                <a:cs typeface="Times New Roman"/>
              </a:rPr>
              <a:t>Initially the project reviews are considered in the acceptance criteria compilers this project being an ai powered space exploration system it has been successfully deployed.</a:t>
            </a:r>
            <a:endParaRPr lang="en-US" sz="1400" dirty="0"/>
          </a:p>
          <a:p>
            <a:pPr>
              <a:lnSpc>
                <a:spcPct val="100000"/>
              </a:lnSpc>
            </a:pPr>
            <a:r>
              <a:rPr lang="en-US" sz="1400" dirty="0">
                <a:latin typeface="Times New Roman"/>
                <a:cs typeface="Times New Roman"/>
              </a:rPr>
              <a:t>In addition to this there was a numerous autonomous navigation systems along with prediction in the machine planning as well as deep learning for space communications and so on mapping completely established.</a:t>
            </a:r>
            <a:endParaRPr lang="en-US" sz="1400" dirty="0"/>
          </a:p>
          <a:p>
            <a:pPr>
              <a:lnSpc>
                <a:spcPct val="100000"/>
              </a:lnSpc>
            </a:pPr>
            <a:r>
              <a:rPr lang="en-US" sz="1400" dirty="0">
                <a:latin typeface="Times New Roman"/>
                <a:cs typeface="Times New Roman"/>
              </a:rPr>
              <a:t>The system excellently integrates with the hardware machine control.</a:t>
            </a:r>
            <a:endParaRPr lang="en-US" sz="1400" dirty="0"/>
          </a:p>
          <a:p>
            <a:pPr>
              <a:lnSpc>
                <a:spcPct val="100000"/>
              </a:lnSpc>
            </a:pPr>
            <a:r>
              <a:rPr lang="en-US" sz="1400" dirty="0">
                <a:latin typeface="Times New Roman"/>
                <a:cs typeface="Times New Roman"/>
              </a:rPr>
              <a:t>The performance and product verification has been done as a part of space object recognition hazard detection decision making has been advised through various testing phases.</a:t>
            </a:r>
            <a:endParaRPr lang="en-US" sz="1400" dirty="0"/>
          </a:p>
          <a:p>
            <a:pPr>
              <a:lnSpc>
                <a:spcPct val="100000"/>
              </a:lnSpc>
            </a:pPr>
            <a:r>
              <a:rPr lang="en-US" sz="1400" dirty="0">
                <a:latin typeface="Times New Roman"/>
                <a:cs typeface="Times New Roman"/>
              </a:rPr>
              <a:t>A secured cloud infrastructure is being implemented with a superfast or data transmission along with high yield storage quantity for better redundancy.</a:t>
            </a:r>
            <a:endParaRPr lang="en-US" sz="1400" dirty="0"/>
          </a:p>
          <a:p>
            <a:pPr>
              <a:lnSpc>
                <a:spcPct val="100000"/>
              </a:lnSpc>
            </a:pPr>
            <a:r>
              <a:rPr lang="en-US" sz="1400" dirty="0">
                <a:latin typeface="Times New Roman"/>
                <a:cs typeface="Times New Roman"/>
              </a:rPr>
              <a:t>Regarding the source evaluation it shows extensive simulation in the testing phase which also includes a zero gravity conditions or space latency.</a:t>
            </a:r>
            <a:endParaRPr lang="en-US" sz="1400" dirty="0"/>
          </a:p>
          <a:p>
            <a:pPr>
              <a:lnSpc>
                <a:spcPct val="100000"/>
              </a:lnSpc>
            </a:pPr>
            <a:endParaRPr lang="en-US" sz="1400" dirty="0">
              <a:latin typeface="Times New Roman"/>
              <a:cs typeface="Times New Roman"/>
            </a:endParaRPr>
          </a:p>
          <a:p>
            <a:pPr>
              <a:lnSpc>
                <a:spcPct val="100000"/>
              </a:lnSpc>
            </a:pPr>
            <a:endParaRPr lang="en-US" sz="1400" dirty="0"/>
          </a:p>
        </p:txBody>
      </p:sp>
      <p:sp>
        <p:nvSpPr>
          <p:cNvPr id="13"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422674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5A9DFF-F327-F2FF-FAC3-06CF5A5B3C93}"/>
              </a:ext>
            </a:extLst>
          </p:cNvPr>
          <p:cNvSpPr>
            <a:spLocks noGrp="1"/>
          </p:cNvSpPr>
          <p:nvPr>
            <p:ph type="title"/>
          </p:nvPr>
        </p:nvSpPr>
        <p:spPr>
          <a:xfrm>
            <a:off x="758952" y="420625"/>
            <a:ext cx="10667998" cy="1374056"/>
          </a:xfrm>
        </p:spPr>
        <p:txBody>
          <a:bodyPr anchor="b">
            <a:normAutofit/>
          </a:bodyPr>
          <a:lstStyle/>
          <a:p>
            <a:pPr algn="ctr"/>
            <a:r>
              <a:rPr lang="en-US" b="1" i="0" dirty="0"/>
              <a:t>Measurable Organization Value</a:t>
            </a:r>
            <a:endParaRPr lang="en-IN" b="1" i="0" dirty="0"/>
          </a:p>
        </p:txBody>
      </p:sp>
      <p:sp>
        <p:nvSpPr>
          <p:cNvPr id="11"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graphicFrame>
        <p:nvGraphicFramePr>
          <p:cNvPr id="22" name="Content Placeholder 2">
            <a:extLst>
              <a:ext uri="{FF2B5EF4-FFF2-40B4-BE49-F238E27FC236}">
                <a16:creationId xmlns:a16="http://schemas.microsoft.com/office/drawing/2014/main" id="{D31DB889-A81F-5558-FCF2-497729165220}"/>
              </a:ext>
            </a:extLst>
          </p:cNvPr>
          <p:cNvGraphicFramePr>
            <a:graphicFrameLocks noGrp="1"/>
          </p:cNvGraphicFramePr>
          <p:nvPr>
            <p:ph idx="1"/>
            <p:extLst>
              <p:ext uri="{D42A27DB-BD31-4B8C-83A1-F6EECF244321}">
                <p14:modId xmlns:p14="http://schemas.microsoft.com/office/powerpoint/2010/main" val="1845047000"/>
              </p:ext>
            </p:extLst>
          </p:nvPr>
        </p:nvGraphicFramePr>
        <p:xfrm>
          <a:off x="752857" y="2436128"/>
          <a:ext cx="10677144" cy="32657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8448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C9A191-62EE-4A86-8FF9-6794BC3C58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llustration of people on a blockchain">
            <a:extLst>
              <a:ext uri="{FF2B5EF4-FFF2-40B4-BE49-F238E27FC236}">
                <a16:creationId xmlns:a16="http://schemas.microsoft.com/office/drawing/2014/main" id="{45730332-511E-A396-1F98-49C9D9F4B7BE}"/>
              </a:ext>
            </a:extLst>
          </p:cNvPr>
          <p:cNvPicPr>
            <a:picLocks noChangeAspect="1"/>
          </p:cNvPicPr>
          <p:nvPr/>
        </p:nvPicPr>
        <p:blipFill>
          <a:blip r:embed="rId2">
            <a:duotone>
              <a:schemeClr val="bg2">
                <a:shade val="45000"/>
                <a:satMod val="135000"/>
              </a:schemeClr>
              <a:prstClr val="white"/>
            </a:duotone>
            <a:alphaModFix amt="40000"/>
          </a:blip>
          <a:srcRect t="11317" r="-2" b="-2"/>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6222F81D-28CB-42CB-9961-602C33F65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1999"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EE1263-554F-1FBD-7C59-5E544599ED25}"/>
              </a:ext>
            </a:extLst>
          </p:cNvPr>
          <p:cNvSpPr>
            <a:spLocks noGrp="1"/>
          </p:cNvSpPr>
          <p:nvPr>
            <p:ph type="title"/>
          </p:nvPr>
        </p:nvSpPr>
        <p:spPr>
          <a:xfrm>
            <a:off x="758952" y="1201002"/>
            <a:ext cx="3831335" cy="4312829"/>
          </a:xfrm>
        </p:spPr>
        <p:txBody>
          <a:bodyPr>
            <a:normAutofit/>
          </a:bodyPr>
          <a:lstStyle/>
          <a:p>
            <a:r>
              <a:rPr lang="en-US" dirty="0"/>
              <a:t>LESSON LEARNED</a:t>
            </a:r>
          </a:p>
        </p:txBody>
      </p:sp>
      <p:cxnSp>
        <p:nvCxnSpPr>
          <p:cNvPr id="13" name="Straight Connector 12">
            <a:extLst>
              <a:ext uri="{FF2B5EF4-FFF2-40B4-BE49-F238E27FC236}">
                <a16:creationId xmlns:a16="http://schemas.microsoft.com/office/drawing/2014/main" id="{081E1E49-F752-49CA-BFF6-1303B0A8AA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2021" y="1143293"/>
            <a:ext cx="0" cy="57147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490CF85-4892-6334-F516-6F9B6378582A}"/>
              </a:ext>
            </a:extLst>
          </p:cNvPr>
          <p:cNvSpPr>
            <a:spLocks noGrp="1"/>
          </p:cNvSpPr>
          <p:nvPr>
            <p:ph idx="1"/>
          </p:nvPr>
        </p:nvSpPr>
        <p:spPr>
          <a:xfrm>
            <a:off x="5232992" y="1201002"/>
            <a:ext cx="6197007" cy="4312829"/>
          </a:xfrm>
        </p:spPr>
        <p:txBody>
          <a:bodyPr vert="horz" lIns="91440" tIns="45720" rIns="91440" bIns="45720" rtlCol="0">
            <a:normAutofit/>
          </a:bodyPr>
          <a:lstStyle/>
          <a:p>
            <a:r>
              <a:rPr lang="en-US" dirty="0">
                <a:latin typeface="Arial Narrow"/>
              </a:rPr>
              <a:t>The major lesson that was relevant to us was with the help of the life cycle phase like initiation phase planning phase and exhibition phase help us to manage uncertainty in the concept.</a:t>
            </a:r>
            <a:endParaRPr lang="en-US"/>
          </a:p>
          <a:p>
            <a:r>
              <a:rPr lang="en-US" dirty="0">
                <a:latin typeface="Arial Narrow"/>
              </a:rPr>
              <a:t>Then over here artificial intelligence rate a crucial role in predictive models and helps in decision making systems with respect to the real time space work.</a:t>
            </a:r>
            <a:endParaRPr lang="en-US" dirty="0"/>
          </a:p>
          <a:p>
            <a:r>
              <a:rPr lang="en-US" dirty="0">
                <a:latin typeface="Arial Narrow"/>
              </a:rPr>
              <a:t>With clear communication and sharing of documents were very much essential and worked in a smooth manner even in times of complex project.</a:t>
            </a:r>
            <a:endParaRPr lang="en-US" dirty="0"/>
          </a:p>
          <a:p>
            <a:endParaRPr lang="en-US"/>
          </a:p>
          <a:p>
            <a:endParaRPr lang="en-US" dirty="0"/>
          </a:p>
        </p:txBody>
      </p:sp>
      <p:sp>
        <p:nvSpPr>
          <p:cNvPr id="15" name="Freeform 6">
            <a:extLst>
              <a:ext uri="{FF2B5EF4-FFF2-40B4-BE49-F238E27FC236}">
                <a16:creationId xmlns:a16="http://schemas.microsoft.com/office/drawing/2014/main" id="{4E75910E-4112-4447-8981-4CA7ACEF9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871522568"/>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DD4C4B28-6B4B-4445-8535-F516D74E4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9" name="Straight Connector 8">
            <a:extLst>
              <a:ext uri="{FF2B5EF4-FFF2-40B4-BE49-F238E27FC236}">
                <a16:creationId xmlns:a16="http://schemas.microsoft.com/office/drawing/2014/main" id="{0CB1C732-7193-4253-8746-850D090A6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02DCF8-2EE6-2A8A-3555-7E2913DDCF7C}"/>
              </a:ext>
            </a:extLst>
          </p:cNvPr>
          <p:cNvSpPr>
            <a:spLocks noGrp="1"/>
          </p:cNvSpPr>
          <p:nvPr>
            <p:ph type="title"/>
          </p:nvPr>
        </p:nvSpPr>
        <p:spPr>
          <a:xfrm>
            <a:off x="1078991" y="893935"/>
            <a:ext cx="7050881" cy="3339390"/>
          </a:xfrm>
        </p:spPr>
        <p:txBody>
          <a:bodyPr vert="horz" lIns="91440" tIns="45720" rIns="91440" bIns="45720" rtlCol="0" anchor="b">
            <a:normAutofit/>
          </a:bodyPr>
          <a:lstStyle/>
          <a:p>
            <a:br>
              <a:rPr lang="en-US" sz="5600"/>
            </a:br>
            <a:br>
              <a:rPr lang="en-US" sz="5600"/>
            </a:br>
            <a:r>
              <a:rPr lang="en-US" sz="5600"/>
              <a:t>       THANK YOU</a:t>
            </a:r>
          </a:p>
        </p:txBody>
      </p:sp>
      <p:cxnSp>
        <p:nvCxnSpPr>
          <p:cNvPr id="13" name="Straight Connector 12">
            <a:extLst>
              <a:ext uri="{FF2B5EF4-FFF2-40B4-BE49-F238E27FC236}">
                <a16:creationId xmlns:a16="http://schemas.microsoft.com/office/drawing/2014/main" id="{E3B95BE3-D5B2-4F38-9A01-17866C9FBA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40408" y="4555071"/>
            <a:ext cx="7040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reeform 6">
            <a:extLst>
              <a:ext uri="{FF2B5EF4-FFF2-40B4-BE49-F238E27FC236}">
                <a16:creationId xmlns:a16="http://schemas.microsoft.com/office/drawing/2014/main" id="{ADA271CD-3011-4A05-B4A3-80F179468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4145496"/>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968234510"/>
      </p:ext>
    </p:extLst>
  </p:cSld>
  <p:clrMapOvr>
    <a:masterClrMapping/>
  </p:clrMapOvr>
</p:sld>
</file>

<file path=ppt/theme/theme1.xml><?xml version="1.0" encoding="utf-8"?>
<a:theme xmlns:a="http://schemas.openxmlformats.org/drawingml/2006/main" name="HeadlinesVTI">
  <a:themeElements>
    <a:clrScheme name="Headlines">
      <a:dk1>
        <a:sysClr val="windowText" lastClr="000000"/>
      </a:dk1>
      <a:lt1>
        <a:sysClr val="window" lastClr="FFFFFF"/>
      </a:lt1>
      <a:dk2>
        <a:srgbClr val="232C41"/>
      </a:dk2>
      <a:lt2>
        <a:srgbClr val="F6F4EF"/>
      </a:lt2>
      <a:accent1>
        <a:srgbClr val="439EB7"/>
      </a:accent1>
      <a:accent2>
        <a:srgbClr val="E20E65"/>
      </a:accent2>
      <a:accent3>
        <a:srgbClr val="F59324"/>
      </a:accent3>
      <a:accent4>
        <a:srgbClr val="5046B9"/>
      </a:accent4>
      <a:accent5>
        <a:srgbClr val="5CB678"/>
      </a:accent5>
      <a:accent6>
        <a:srgbClr val="9717F7"/>
      </a:accent6>
      <a:hlink>
        <a:srgbClr val="E80095"/>
      </a:hlink>
      <a:folHlink>
        <a:srgbClr val="808080"/>
      </a:folHlink>
    </a:clrScheme>
    <a:fontScheme name="Custom 211">
      <a:majorFont>
        <a:latin typeface="Sitka Banner"/>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8000"/>
            <a:satMod val="170000"/>
          </a:schemeClr>
        </a:solidFill>
        <a:gradFill rotWithShape="1">
          <a:gsLst>
            <a:gs pos="0">
              <a:schemeClr val="phClr">
                <a:tint val="93000"/>
                <a:satMod val="16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VTI" id="{66EB4A02-0C0F-47F1-9F48-4E6882B9F967}" vid="{F3552358-4452-4FDA-9568-4F5DA32F7A60}"/>
    </a:ext>
  </a:extLst>
</a:theme>
</file>

<file path=docProps/app.xml><?xml version="1.0" encoding="utf-8"?>
<Properties xmlns="http://schemas.openxmlformats.org/officeDocument/2006/extended-properties" xmlns:vt="http://schemas.openxmlformats.org/officeDocument/2006/docPropsVTypes">
  <Template>office theme</Template>
  <TotalTime>12</TotalTime>
  <Words>1198</Words>
  <Application>Microsoft Office PowerPoint</Application>
  <PresentationFormat>Widescreen</PresentationFormat>
  <Paragraphs>181</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Arial Narrow</vt:lpstr>
      <vt:lpstr>Avenir Next LT Pro</vt:lpstr>
      <vt:lpstr>Calibri</vt:lpstr>
      <vt:lpstr>Sitka Banner</vt:lpstr>
      <vt:lpstr>Times New Roman</vt:lpstr>
      <vt:lpstr>HeadlinesVTI</vt:lpstr>
      <vt:lpstr>SpaceVoyage: Exploring space with AI innovation</vt:lpstr>
      <vt:lpstr>CORE TEAM MEMBERS</vt:lpstr>
      <vt:lpstr>INTRODUCTION</vt:lpstr>
      <vt:lpstr>OBJECTIVE</vt:lpstr>
      <vt:lpstr>PROJECT MILESTONE</vt:lpstr>
      <vt:lpstr>WORK BREAK-DOWN STRUCTURE</vt:lpstr>
      <vt:lpstr>GANTT CHART AND CRITICAL PATH </vt:lpstr>
      <vt:lpstr>PROJECT BUDGET</vt:lpstr>
      <vt:lpstr>PROJECT PERFORMANCE</vt:lpstr>
      <vt:lpstr>STRATEGIC ALIGNMENT</vt:lpstr>
      <vt:lpstr>The various communication management approach involved in this project includes a structured messaging which takes up regular basis either biweekly or monthly ones with the stakeholders and other vendors. There will be centralized communication up which includes documentation updates which are easily accessible to the all members of the organization. There will be a proper communication channel between the stakeholders and the organization There should be a proper feedback system and mechanism to be initiated so that the team members on the stakeholders takes up few surveys for the updation of the project and for gradual improvement in the practice that has been taken up. </vt:lpstr>
      <vt:lpstr>COMMUNICATION MATRIX</vt:lpstr>
      <vt:lpstr>COMMUNICATION ESCALATION PROCESS</vt:lpstr>
      <vt:lpstr>Resource Calendar </vt:lpstr>
      <vt:lpstr>RISK MANAGEMENT PLAN</vt:lpstr>
      <vt:lpstr>RISK PRIORITIZATION</vt:lpstr>
      <vt:lpstr>PROJECT ACCEPTANCE</vt:lpstr>
      <vt:lpstr>Measurable Organization Value</vt:lpstr>
      <vt:lpstr>LESSON LEARNED</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Bhanuprasad unnam</cp:lastModifiedBy>
  <cp:revision>1</cp:revision>
  <dcterms:created xsi:type="dcterms:W3CDTF">2013-07-15T20:26:40Z</dcterms:created>
  <dcterms:modified xsi:type="dcterms:W3CDTF">2025-04-21T04:11:35Z</dcterms:modified>
</cp:coreProperties>
</file>